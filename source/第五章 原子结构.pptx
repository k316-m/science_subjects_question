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68" r:id="rId6"/>
    <p:sldId id="262" r:id="rId7"/>
    <p:sldId id="260" r:id="rId8"/>
    <p:sldId id="269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54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77196-BA3E-43B2-842A-516B2C252025}" type="datetimeFigureOut">
              <a:rPr lang="en-US" smtClean="0"/>
              <a:t>3/23/2018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6BE81-914B-43F0-898D-8BA55329223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9BFB59-3EC6-4A7A-9228-C3C80B1F9DBF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77851-88F4-4437-8C92-F1AF921FB96F}" type="datetimeFigureOut">
              <a:rPr lang="en-US" smtClean="0"/>
              <a:pPr/>
              <a:t>3/23/2018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3EDE-8F2E-42D0-8FF3-71DFBB2A66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77851-88F4-4437-8C92-F1AF921FB96F}" type="datetimeFigureOut">
              <a:rPr lang="en-US" smtClean="0"/>
              <a:pPr/>
              <a:t>3/23/2018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3EDE-8F2E-42D0-8FF3-71DFBB2A66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77851-88F4-4437-8C92-F1AF921FB96F}" type="datetimeFigureOut">
              <a:rPr lang="en-US" smtClean="0"/>
              <a:pPr/>
              <a:t>3/23/2018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3EDE-8F2E-42D0-8FF3-71DFBB2A66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77851-88F4-4437-8C92-F1AF921FB96F}" type="datetimeFigureOut">
              <a:rPr lang="en-US" smtClean="0"/>
              <a:pPr/>
              <a:t>3/23/2018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3EDE-8F2E-42D0-8FF3-71DFBB2A66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77851-88F4-4437-8C92-F1AF921FB96F}" type="datetimeFigureOut">
              <a:rPr lang="en-US" smtClean="0"/>
              <a:pPr/>
              <a:t>3/23/2018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3EDE-8F2E-42D0-8FF3-71DFBB2A66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77851-88F4-4437-8C92-F1AF921FB96F}" type="datetimeFigureOut">
              <a:rPr lang="en-US" smtClean="0"/>
              <a:pPr/>
              <a:t>3/23/2018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3EDE-8F2E-42D0-8FF3-71DFBB2A66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77851-88F4-4437-8C92-F1AF921FB96F}" type="datetimeFigureOut">
              <a:rPr lang="en-US" smtClean="0"/>
              <a:pPr/>
              <a:t>3/23/2018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3EDE-8F2E-42D0-8FF3-71DFBB2A66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77851-88F4-4437-8C92-F1AF921FB96F}" type="datetimeFigureOut">
              <a:rPr lang="en-US" smtClean="0"/>
              <a:pPr/>
              <a:t>3/23/2018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3EDE-8F2E-42D0-8FF3-71DFBB2A66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77851-88F4-4437-8C92-F1AF921FB96F}" type="datetimeFigureOut">
              <a:rPr lang="en-US" smtClean="0"/>
              <a:pPr/>
              <a:t>3/23/2018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3EDE-8F2E-42D0-8FF3-71DFBB2A66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77851-88F4-4437-8C92-F1AF921FB96F}" type="datetimeFigureOut">
              <a:rPr lang="en-US" smtClean="0"/>
              <a:pPr/>
              <a:t>3/23/2018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3EDE-8F2E-42D0-8FF3-71DFBB2A66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77851-88F4-4437-8C92-F1AF921FB96F}" type="datetimeFigureOut">
              <a:rPr lang="en-US" smtClean="0"/>
              <a:pPr/>
              <a:t>3/23/2018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3EDE-8F2E-42D0-8FF3-71DFBB2A66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77851-88F4-4437-8C92-F1AF921FB96F}" type="datetimeFigureOut">
              <a:rPr lang="en-US" smtClean="0"/>
              <a:pPr/>
              <a:t>3/23/2018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73EDE-8F2E-42D0-8FF3-71DFBB2A66A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第五章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/>
              <a:t>原子结构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sz="4000" dirty="0" smtClean="0"/>
              <a:t>选择题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48640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zh-CN" sz="2800" dirty="0" smtClean="0"/>
              <a:t>B</a:t>
            </a:r>
            <a:endParaRPr lang="en-US" altLang="zh-CN" sz="2800" dirty="0" smtClean="0"/>
          </a:p>
          <a:p>
            <a:pPr marL="514350" indent="-514350">
              <a:buAutoNum type="arabicPeriod" startAt="2"/>
            </a:pPr>
            <a:r>
              <a:rPr lang="en-US" altLang="zh-CN" sz="2800" dirty="0" smtClean="0"/>
              <a:t>B</a:t>
            </a:r>
          </a:p>
          <a:p>
            <a:pPr marL="514350" indent="-514350">
              <a:buAutoNum type="arabicPeriod" startAt="3"/>
            </a:pPr>
            <a:r>
              <a:rPr lang="en-US" altLang="zh-CN" sz="2800" dirty="0" smtClean="0"/>
              <a:t>B</a:t>
            </a:r>
          </a:p>
          <a:p>
            <a:pPr marL="514350" indent="-514350">
              <a:buNone/>
            </a:pPr>
            <a:r>
              <a:rPr lang="en-US" altLang="zh-CN" sz="2800" dirty="0" smtClean="0"/>
              <a:t>	</a:t>
            </a:r>
            <a:r>
              <a:rPr lang="en-US" altLang="zh-CN" sz="2800" dirty="0" smtClean="0"/>
              <a:t>(3p</a:t>
            </a:r>
            <a:r>
              <a:rPr lang="en-US" altLang="zh-CN" sz="2800" baseline="-25000" dirty="0" smtClean="0"/>
              <a:t>x</a:t>
            </a:r>
            <a:r>
              <a:rPr lang="en-US" altLang="zh-CN" sz="2800" dirty="0" smtClean="0"/>
              <a:t> =3p</a:t>
            </a:r>
            <a:r>
              <a:rPr lang="en-US" altLang="zh-CN" sz="2800" baseline="-25000" dirty="0" smtClean="0"/>
              <a:t>y</a:t>
            </a:r>
            <a:r>
              <a:rPr lang="en-US" altLang="zh-CN" sz="2800" dirty="0" smtClean="0"/>
              <a:t>)</a:t>
            </a: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4. </a:t>
            </a:r>
            <a:r>
              <a:rPr lang="en-US" altLang="zh-CN" sz="2800" dirty="0" smtClean="0"/>
              <a:t>	C</a:t>
            </a:r>
          </a:p>
          <a:p>
            <a:pPr>
              <a:buNone/>
            </a:pPr>
            <a:r>
              <a:rPr lang="en-US" altLang="zh-CN" sz="2800" dirty="0" smtClean="0"/>
              <a:t> </a:t>
            </a:r>
            <a:r>
              <a:rPr lang="en-US" altLang="zh-CN" sz="2800" dirty="0" smtClean="0"/>
              <a:t>	</a:t>
            </a:r>
            <a:r>
              <a:rPr lang="en-US" altLang="zh-CN" sz="2800" baseline="-25000" dirty="0" smtClean="0"/>
              <a:t>16</a:t>
            </a:r>
            <a:r>
              <a:rPr lang="en-US" altLang="zh-CN" sz="2800" dirty="0" smtClean="0"/>
              <a:t>S</a:t>
            </a:r>
            <a:r>
              <a:rPr lang="zh-CN" altLang="en-US" sz="2800" dirty="0" smtClean="0"/>
              <a:t>：</a:t>
            </a:r>
            <a:r>
              <a:rPr lang="en-US" sz="2800" dirty="0" smtClean="0"/>
              <a:t>1s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 2s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 2p</a:t>
            </a:r>
            <a:r>
              <a:rPr lang="en-US" sz="2800" baseline="30000" dirty="0" smtClean="0"/>
              <a:t>6</a:t>
            </a:r>
            <a:r>
              <a:rPr lang="en-US" sz="2800" dirty="0" smtClean="0"/>
              <a:t> 3s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 3p</a:t>
            </a:r>
            <a:r>
              <a:rPr lang="en-US" sz="2800" baseline="30000" dirty="0" smtClean="0"/>
              <a:t>4</a:t>
            </a:r>
            <a:r>
              <a:rPr lang="en-US" altLang="zh-CN" sz="2800" baseline="-25000" dirty="0" smtClean="0"/>
              <a:t> </a:t>
            </a:r>
          </a:p>
          <a:p>
            <a:pPr>
              <a:buNone/>
            </a:pPr>
            <a:r>
              <a:rPr lang="en-US" altLang="zh-CN" sz="2800" baseline="-25000" dirty="0" smtClean="0"/>
              <a:t> </a:t>
            </a:r>
            <a:r>
              <a:rPr lang="en-US" altLang="zh-CN" sz="2800" baseline="-25000" dirty="0" smtClean="0"/>
              <a:t>	16</a:t>
            </a:r>
            <a:r>
              <a:rPr lang="en-US" altLang="zh-CN" sz="2800" dirty="0" smtClean="0"/>
              <a:t>S</a:t>
            </a:r>
            <a:r>
              <a:rPr lang="en-US" altLang="zh-CN" sz="2800" baseline="30000" dirty="0" smtClean="0"/>
              <a:t>2-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：</a:t>
            </a:r>
            <a:r>
              <a:rPr lang="en-US" sz="2800" dirty="0" smtClean="0"/>
              <a:t>1s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 2s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 2p</a:t>
            </a:r>
            <a:r>
              <a:rPr lang="en-US" sz="2800" baseline="30000" dirty="0" smtClean="0"/>
              <a:t>6</a:t>
            </a:r>
            <a:r>
              <a:rPr lang="en-US" sz="2800" dirty="0" smtClean="0"/>
              <a:t> 3s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 3p</a:t>
            </a:r>
            <a:r>
              <a:rPr lang="en-US" sz="2800" baseline="30000" dirty="0" smtClean="0"/>
              <a:t>6</a:t>
            </a:r>
          </a:p>
          <a:p>
            <a:pPr marL="514350" indent="-514350">
              <a:buNone/>
            </a:pPr>
            <a:r>
              <a:rPr lang="en-US" altLang="zh-CN" sz="2800" dirty="0" smtClean="0"/>
              <a:t>5. D </a:t>
            </a:r>
          </a:p>
          <a:p>
            <a:pPr marL="514350" indent="-514350">
              <a:buNone/>
            </a:pPr>
            <a:r>
              <a:rPr lang="en-US" altLang="zh-CN" sz="2800" dirty="0" smtClean="0"/>
              <a:t>	M</a:t>
            </a:r>
            <a:r>
              <a:rPr lang="zh-CN" altLang="en-US" sz="2800" dirty="0" smtClean="0"/>
              <a:t>层</a:t>
            </a:r>
            <a:r>
              <a:rPr lang="en-US" altLang="zh-CN" sz="2800" dirty="0" smtClean="0"/>
              <a:t>(</a:t>
            </a:r>
            <a:r>
              <a:rPr lang="zh-CN" altLang="en-US" sz="2800" dirty="0" smtClean="0"/>
              <a:t>第</a:t>
            </a:r>
            <a:r>
              <a:rPr lang="en-US" altLang="zh-CN" sz="2800" dirty="0" smtClean="0"/>
              <a:t>3</a:t>
            </a:r>
            <a:r>
              <a:rPr lang="zh-CN" altLang="en-US" sz="2800" dirty="0" smtClean="0"/>
              <a:t>层</a:t>
            </a:r>
            <a:r>
              <a:rPr lang="en-US" altLang="zh-CN" sz="2800" dirty="0" smtClean="0"/>
              <a:t>)</a:t>
            </a:r>
            <a:r>
              <a:rPr lang="zh-CN" altLang="en-US" sz="2800" dirty="0" smtClean="0"/>
              <a:t>有</a:t>
            </a:r>
            <a:r>
              <a:rPr lang="en-US" altLang="zh-CN" sz="2800" dirty="0" smtClean="0"/>
              <a:t>13</a:t>
            </a:r>
            <a:r>
              <a:rPr lang="zh-CN" altLang="en-US" sz="2800" dirty="0" smtClean="0"/>
              <a:t>个电子。</a:t>
            </a:r>
            <a:endParaRPr lang="en-US" altLang="zh-CN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81000"/>
            <a:ext cx="8458200" cy="6477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dirty="0" smtClean="0"/>
              <a:t>6. B		</a:t>
            </a:r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en-US" altLang="zh-CN" sz="2800" dirty="0" smtClean="0"/>
              <a:t>A </a:t>
            </a:r>
            <a:r>
              <a:rPr lang="zh-CN" altLang="en-US" sz="2800" dirty="0" smtClean="0"/>
              <a:t>摩尔质量不同的</a:t>
            </a:r>
            <a:r>
              <a:rPr lang="en-US" altLang="zh-CN" sz="2800" dirty="0" smtClean="0"/>
              <a:t>5</a:t>
            </a:r>
            <a:r>
              <a:rPr lang="zh-CN" altLang="en-US" sz="2800" dirty="0" smtClean="0"/>
              <a:t>种</a:t>
            </a:r>
            <a:r>
              <a:rPr lang="zh-CN" altLang="en-US" sz="2800" b="1" dirty="0" smtClean="0">
                <a:solidFill>
                  <a:srgbClr val="002060"/>
                </a:solidFill>
              </a:rPr>
              <a:t>同位素</a:t>
            </a:r>
            <a:endParaRPr lang="en-US" sz="2800" b="1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altLang="zh-CN" sz="2800" dirty="0" smtClean="0"/>
              <a:t>	B </a:t>
            </a:r>
            <a:r>
              <a:rPr lang="zh-CN" altLang="en-US" sz="2800" dirty="0" smtClean="0"/>
              <a:t>中子数</a:t>
            </a:r>
            <a:r>
              <a:rPr lang="en-US" altLang="zh-CN" sz="2800" dirty="0" smtClean="0"/>
              <a:t>=60-27=33</a:t>
            </a:r>
            <a:r>
              <a:rPr lang="zh-CN" altLang="en-US" sz="2800" dirty="0" smtClean="0"/>
              <a:t>、电子数</a:t>
            </a:r>
            <a:r>
              <a:rPr lang="en-US" altLang="zh-CN" sz="2800" dirty="0" smtClean="0"/>
              <a:t>=27</a:t>
            </a:r>
          </a:p>
          <a:p>
            <a:pPr>
              <a:buNone/>
            </a:pPr>
            <a:r>
              <a:rPr lang="en-US" altLang="zh-CN" sz="2800" dirty="0" smtClean="0"/>
              <a:t>	C </a:t>
            </a:r>
            <a:r>
              <a:rPr lang="zh-CN" altLang="en-US" sz="2800" dirty="0" smtClean="0"/>
              <a:t>质量</a:t>
            </a:r>
            <a:r>
              <a:rPr lang="en-US" altLang="zh-CN" sz="2800" dirty="0" smtClean="0"/>
              <a:t>(</a:t>
            </a:r>
            <a:r>
              <a:rPr lang="zh-CN" altLang="en-US" sz="2800" dirty="0" smtClean="0"/>
              <a:t>物理性质</a:t>
            </a:r>
            <a:r>
              <a:rPr lang="en-US" altLang="zh-CN" sz="2800" dirty="0" smtClean="0"/>
              <a:t>)</a:t>
            </a:r>
            <a:r>
              <a:rPr lang="zh-CN" altLang="en-US" sz="2800" dirty="0" smtClean="0"/>
              <a:t>不同，</a:t>
            </a: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	</a:t>
            </a:r>
            <a:r>
              <a:rPr lang="en-US" altLang="zh-CN" sz="2800" dirty="0" smtClean="0"/>
              <a:t>   </a:t>
            </a:r>
            <a:r>
              <a:rPr lang="zh-CN" altLang="en-US" sz="2800" dirty="0" smtClean="0"/>
              <a:t>化学性质几乎相同</a:t>
            </a:r>
            <a:r>
              <a:rPr lang="en-US" altLang="zh-CN" sz="2800" dirty="0" smtClean="0"/>
              <a:t>(</a:t>
            </a:r>
            <a:r>
              <a:rPr lang="zh-CN" altLang="en-US" sz="2800" dirty="0" smtClean="0"/>
              <a:t>电子数相同</a:t>
            </a:r>
            <a:r>
              <a:rPr lang="en-US" altLang="zh-CN" sz="2800" dirty="0" smtClean="0"/>
              <a:t>)</a:t>
            </a:r>
          </a:p>
          <a:p>
            <a:pPr>
              <a:buNone/>
            </a:pPr>
            <a:r>
              <a:rPr lang="en-US" altLang="zh-CN" sz="2800" dirty="0" smtClean="0"/>
              <a:t>	D </a:t>
            </a:r>
            <a:r>
              <a:rPr lang="zh-CN" altLang="en-US" sz="2800" dirty="0" smtClean="0"/>
              <a:t>同种元素</a:t>
            </a:r>
            <a:endParaRPr lang="en-US" altLang="zh-CN" sz="2800" dirty="0" smtClean="0"/>
          </a:p>
          <a:p>
            <a:pPr>
              <a:buNone/>
            </a:pP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7. D </a:t>
            </a:r>
          </a:p>
          <a:p>
            <a:pPr>
              <a:buNone/>
            </a:pPr>
            <a:r>
              <a:rPr lang="en-US" altLang="zh-CN" sz="2800" dirty="0" smtClean="0"/>
              <a:t>	</a:t>
            </a:r>
            <a:r>
              <a:rPr lang="zh-CN" altLang="en-US" sz="2800" dirty="0" smtClean="0"/>
              <a:t>中子数</a:t>
            </a:r>
            <a:r>
              <a:rPr lang="en-US" altLang="zh-CN" sz="2800" dirty="0" smtClean="0"/>
              <a:t>=293-116=177</a:t>
            </a:r>
          </a:p>
          <a:p>
            <a:pPr>
              <a:buNone/>
            </a:pPr>
            <a:r>
              <a:rPr lang="en-US" altLang="zh-CN" sz="2800" dirty="0" smtClean="0"/>
              <a:t>	</a:t>
            </a:r>
            <a:r>
              <a:rPr lang="zh-CN" altLang="en-US" sz="2800" dirty="0" smtClean="0"/>
              <a:t>质量数</a:t>
            </a:r>
            <a:r>
              <a:rPr lang="en-US" altLang="zh-CN" sz="2800" dirty="0" smtClean="0"/>
              <a:t>=293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81000"/>
            <a:ext cx="5715000" cy="6477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dirty="0" smtClean="0"/>
              <a:t>8. </a:t>
            </a:r>
          </a:p>
          <a:p>
            <a:pPr>
              <a:buNone/>
            </a:pPr>
            <a:r>
              <a:rPr lang="en-US" altLang="zh-CN" sz="2800" dirty="0" smtClean="0"/>
              <a:t>A </a:t>
            </a:r>
            <a:r>
              <a:rPr lang="en-US" altLang="zh-CN" sz="2800" dirty="0" smtClean="0"/>
              <a:t>	H</a:t>
            </a:r>
            <a:r>
              <a:rPr lang="en-US" altLang="zh-CN" sz="2800" baseline="-25000" dirty="0" smtClean="0"/>
              <a:t>3</a:t>
            </a:r>
            <a:r>
              <a:rPr lang="en-US" altLang="zh-CN" sz="2800" dirty="0" smtClean="0"/>
              <a:t>O</a:t>
            </a:r>
            <a:r>
              <a:rPr lang="en-US" altLang="zh-CN" sz="2800" baseline="30000" dirty="0" smtClean="0"/>
              <a:t>+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电子数</a:t>
            </a:r>
            <a:r>
              <a:rPr lang="en-US" altLang="zh-CN" sz="2800" dirty="0" smtClean="0"/>
              <a:t>= 1x</a:t>
            </a:r>
            <a:r>
              <a:rPr lang="en-US" altLang="zh-CN" sz="2800" dirty="0" smtClean="0"/>
              <a:t>3+8-1=10</a:t>
            </a:r>
          </a:p>
          <a:p>
            <a:pPr>
              <a:buNone/>
            </a:pPr>
            <a:r>
              <a:rPr lang="en-US" altLang="zh-CN" sz="2800" dirty="0" smtClean="0"/>
              <a:t>	OH</a:t>
            </a:r>
            <a:r>
              <a:rPr lang="en-US" altLang="zh-CN" sz="2800" baseline="30000" dirty="0" smtClean="0"/>
              <a:t>-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电子数</a:t>
            </a:r>
            <a:r>
              <a:rPr lang="en-US" altLang="zh-CN" sz="2800" dirty="0" smtClean="0"/>
              <a:t>= 8+1+1 =10</a:t>
            </a: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B </a:t>
            </a:r>
            <a:r>
              <a:rPr lang="en-US" sz="2800" dirty="0" smtClean="0"/>
              <a:t> </a:t>
            </a:r>
            <a:r>
              <a:rPr lang="en-US" altLang="zh-CN" sz="2800" dirty="0" smtClean="0"/>
              <a:t>C</a:t>
            </a:r>
            <a:r>
              <a:rPr lang="en-US" altLang="zh-CN" sz="2800" dirty="0" smtClean="0"/>
              <a:t>O </a:t>
            </a:r>
            <a:r>
              <a:rPr lang="zh-CN" altLang="en-US" sz="2800" dirty="0" smtClean="0"/>
              <a:t>电子数</a:t>
            </a:r>
            <a:r>
              <a:rPr lang="en-US" altLang="zh-CN" sz="2800" dirty="0" smtClean="0"/>
              <a:t>= </a:t>
            </a:r>
            <a:r>
              <a:rPr lang="en-US" altLang="zh-CN" sz="2800" dirty="0" smtClean="0"/>
              <a:t>6+8=14</a:t>
            </a: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	</a:t>
            </a:r>
            <a:r>
              <a:rPr lang="en-US" altLang="zh-CN" sz="2800" dirty="0" smtClean="0"/>
              <a:t>N</a:t>
            </a:r>
            <a:r>
              <a:rPr lang="en-US" altLang="zh-CN" sz="2800" baseline="-25000" dirty="0" smtClean="0"/>
              <a:t>2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电子数</a:t>
            </a:r>
            <a:r>
              <a:rPr lang="en-US" altLang="zh-CN" sz="2800" dirty="0" smtClean="0"/>
              <a:t>= </a:t>
            </a:r>
            <a:r>
              <a:rPr lang="en-US" altLang="zh-CN" sz="2800" dirty="0" smtClean="0"/>
              <a:t>7x2=14</a:t>
            </a: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C 	HNO</a:t>
            </a:r>
            <a:r>
              <a:rPr lang="en-US" altLang="zh-CN" sz="2800" baseline="-25000" dirty="0" smtClean="0"/>
              <a:t>2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电子数</a:t>
            </a:r>
            <a:r>
              <a:rPr lang="en-US" altLang="zh-CN" sz="2800" dirty="0" smtClean="0"/>
              <a:t>= </a:t>
            </a:r>
            <a:r>
              <a:rPr lang="en-US" altLang="zh-CN" sz="2800" dirty="0" smtClean="0"/>
              <a:t>1+7+8x2=24</a:t>
            </a: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	</a:t>
            </a:r>
            <a:r>
              <a:rPr lang="en-US" altLang="zh-CN" sz="2800" dirty="0" smtClean="0"/>
              <a:t>NO</a:t>
            </a:r>
            <a:r>
              <a:rPr lang="en-US" altLang="zh-CN" sz="2800" baseline="-25000" dirty="0" smtClean="0"/>
              <a:t>2</a:t>
            </a:r>
            <a:r>
              <a:rPr lang="en-US" altLang="zh-CN" sz="2800" baseline="30000" dirty="0" smtClean="0"/>
              <a:t>-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电子数</a:t>
            </a:r>
            <a:r>
              <a:rPr lang="en-US" altLang="zh-CN" sz="2800" dirty="0" smtClean="0"/>
              <a:t>= </a:t>
            </a:r>
            <a:r>
              <a:rPr lang="en-US" altLang="zh-CN" sz="2800" dirty="0" smtClean="0"/>
              <a:t>7+8x2+1 =24</a:t>
            </a: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D </a:t>
            </a:r>
            <a:r>
              <a:rPr lang="en-US" sz="2800" dirty="0" smtClean="0"/>
              <a:t> C</a:t>
            </a:r>
            <a:r>
              <a:rPr lang="en-US" altLang="zh-CN" sz="2800" dirty="0" smtClean="0"/>
              <a:t>H</a:t>
            </a:r>
            <a:r>
              <a:rPr lang="en-US" altLang="zh-CN" sz="2800" baseline="-25000" dirty="0" smtClean="0"/>
              <a:t>3</a:t>
            </a:r>
            <a:r>
              <a:rPr lang="en-US" altLang="zh-CN" sz="2800" baseline="30000" dirty="0" smtClean="0"/>
              <a:t>+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电</a:t>
            </a:r>
            <a:r>
              <a:rPr lang="zh-CN" altLang="en-US" sz="2800" dirty="0" smtClean="0"/>
              <a:t>子数</a:t>
            </a:r>
            <a:r>
              <a:rPr lang="en-US" altLang="zh-CN" sz="2800" dirty="0" smtClean="0"/>
              <a:t>= </a:t>
            </a:r>
            <a:r>
              <a:rPr lang="en-US" altLang="zh-CN" sz="2800" dirty="0" smtClean="0"/>
              <a:t>6+3-1=8</a:t>
            </a: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	</a:t>
            </a:r>
            <a:r>
              <a:rPr lang="en-US" altLang="zh-CN" sz="2800" dirty="0" smtClean="0"/>
              <a:t> </a:t>
            </a:r>
            <a:r>
              <a:rPr lang="en-US" altLang="zh-CN" sz="2800" dirty="0" smtClean="0"/>
              <a:t>N</a:t>
            </a:r>
            <a:r>
              <a:rPr lang="en-US" altLang="zh-CN" sz="2800" dirty="0" smtClean="0"/>
              <a:t>H</a:t>
            </a:r>
            <a:r>
              <a:rPr lang="en-US" altLang="zh-CN" sz="2800" baseline="-25000" dirty="0" smtClean="0"/>
              <a:t>4</a:t>
            </a:r>
            <a:r>
              <a:rPr lang="en-US" altLang="zh-CN" sz="2800" baseline="30000" dirty="0" smtClean="0"/>
              <a:t>+</a:t>
            </a:r>
            <a:r>
              <a:rPr lang="zh-CN" altLang="en-US" sz="2800" dirty="0" smtClean="0"/>
              <a:t>电</a:t>
            </a:r>
            <a:r>
              <a:rPr lang="zh-CN" altLang="en-US" sz="2800" dirty="0" smtClean="0"/>
              <a:t>子数</a:t>
            </a:r>
            <a:r>
              <a:rPr lang="en-US" altLang="zh-CN" sz="2800" dirty="0" smtClean="0"/>
              <a:t>= </a:t>
            </a:r>
            <a:r>
              <a:rPr lang="en-US" altLang="zh-CN" sz="2800" dirty="0" smtClean="0"/>
              <a:t>7+4-1 =10</a:t>
            </a:r>
            <a:endParaRPr lang="en-US" altLang="zh-CN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err="1" smtClean="0"/>
              <a:t>Ans</a:t>
            </a:r>
            <a:r>
              <a:rPr lang="en-US" sz="2800" dirty="0" smtClean="0"/>
              <a:t>: D</a:t>
            </a:r>
            <a:endParaRPr lang="en-US" sz="2800" dirty="0" smtClean="0"/>
          </a:p>
          <a:p>
            <a:pPr>
              <a:buNone/>
            </a:pPr>
            <a:endParaRPr lang="en-US" sz="28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5410200" y="457200"/>
            <a:ext cx="3505199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 smtClean="0"/>
              <a:t>9. C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800" dirty="0" smtClean="0"/>
              <a:t>同素异形</a:t>
            </a:r>
            <a:r>
              <a:rPr lang="zh-CN" altLang="en-US" sz="2800" dirty="0" smtClean="0"/>
              <a:t>体：</a:t>
            </a:r>
            <a:endParaRPr lang="en-US" altLang="zh-CN" sz="2800" dirty="0" smtClean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800" dirty="0" smtClean="0"/>
              <a:t>同一种元素构成几种形态不同的单质</a:t>
            </a:r>
            <a:endParaRPr lang="en-US" altLang="zh-CN" sz="2800" dirty="0" smtClean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 smtClean="0"/>
              <a:t>D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 err="1" smtClean="0"/>
              <a:t>Mr</a:t>
            </a:r>
            <a:r>
              <a:rPr lang="en-US" altLang="zh-CN" sz="2800" dirty="0" smtClean="0"/>
              <a:t>(H</a:t>
            </a:r>
            <a:r>
              <a:rPr lang="en-US" altLang="zh-CN" sz="2800" baseline="-25000" dirty="0" smtClean="0"/>
              <a:t>2</a:t>
            </a:r>
            <a:r>
              <a:rPr lang="en-US" altLang="zh-CN" sz="2800" baseline="30000" dirty="0" smtClean="0"/>
              <a:t>18</a:t>
            </a:r>
            <a:r>
              <a:rPr lang="en-US" altLang="zh-CN" sz="2800" dirty="0" smtClean="0"/>
              <a:t> </a:t>
            </a:r>
            <a:r>
              <a:rPr lang="en-US" altLang="zh-CN" sz="2800" dirty="0" smtClean="0"/>
              <a:t>O )=2+18=20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dirty="0" err="1" smtClean="0"/>
              <a:t>Mr</a:t>
            </a:r>
            <a:r>
              <a:rPr lang="en-US" sz="2800" dirty="0" smtClean="0"/>
              <a:t>(D</a:t>
            </a:r>
            <a:r>
              <a:rPr lang="en-US" sz="2800" baseline="-25000" dirty="0" smtClean="0"/>
              <a:t>2</a:t>
            </a:r>
            <a:r>
              <a:rPr lang="en-US" sz="2800" baseline="30000" dirty="0" smtClean="0"/>
              <a:t>16</a:t>
            </a:r>
            <a:r>
              <a:rPr lang="en-US" sz="2800" dirty="0" smtClean="0"/>
              <a:t>O)= 2x2+16=20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作答题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altLang="zh-CN" sz="3000" dirty="0" smtClean="0"/>
              <a:t>C </a:t>
            </a:r>
            <a:r>
              <a:rPr lang="zh-CN" altLang="en-US" sz="3000" dirty="0" smtClean="0"/>
              <a:t>质量数</a:t>
            </a:r>
            <a:r>
              <a:rPr lang="en-US" altLang="zh-CN" sz="3000" dirty="0" smtClean="0"/>
              <a:t>=12</a:t>
            </a:r>
          </a:p>
          <a:p>
            <a:pPr marL="514350" indent="-514350" eaLnBrk="1" hangingPunct="1">
              <a:lnSpc>
                <a:spcPct val="80000"/>
              </a:lnSpc>
              <a:buNone/>
            </a:pPr>
            <a:r>
              <a:rPr lang="en-US" altLang="zh-CN" sz="3000" dirty="0" smtClean="0"/>
              <a:t>		</a:t>
            </a:r>
            <a:r>
              <a:rPr lang="en-US" altLang="zh-CN" sz="3000" dirty="0" smtClean="0"/>
              <a:t>	C</a:t>
            </a:r>
          </a:p>
          <a:p>
            <a:pPr marL="514350" indent="-514350" eaLnBrk="1" hangingPunct="1">
              <a:lnSpc>
                <a:spcPct val="80000"/>
              </a:lnSpc>
              <a:buNone/>
            </a:pPr>
            <a:endParaRPr lang="en-US" altLang="zh-CN" sz="3000" dirty="0" smtClean="0"/>
          </a:p>
          <a:p>
            <a:pPr marL="514350" indent="-514350" eaLnBrk="1" hangingPunct="1">
              <a:lnSpc>
                <a:spcPct val="80000"/>
              </a:lnSpc>
              <a:buNone/>
            </a:pPr>
            <a:r>
              <a:rPr lang="en-US" altLang="zh-CN" sz="3000" dirty="0" smtClean="0"/>
              <a:t>	</a:t>
            </a:r>
            <a:r>
              <a:rPr lang="en-US" altLang="zh-CN" sz="3000" dirty="0" err="1" smtClean="0"/>
              <a:t>Cl</a:t>
            </a:r>
            <a:r>
              <a:rPr lang="zh-CN" altLang="en-US" sz="3000" dirty="0" smtClean="0"/>
              <a:t>中子数</a:t>
            </a:r>
            <a:r>
              <a:rPr lang="en-US" altLang="zh-CN" sz="3000" dirty="0" smtClean="0"/>
              <a:t>=37-17=20</a:t>
            </a:r>
          </a:p>
          <a:p>
            <a:pPr marL="514350" indent="-514350" eaLnBrk="1" hangingPunct="1">
              <a:lnSpc>
                <a:spcPct val="80000"/>
              </a:lnSpc>
              <a:buNone/>
            </a:pPr>
            <a:r>
              <a:rPr lang="en-US" altLang="zh-CN" sz="3000" dirty="0" smtClean="0"/>
              <a:t>			</a:t>
            </a:r>
            <a:r>
              <a:rPr lang="en-US" altLang="zh-CN" sz="3000" dirty="0" err="1" smtClean="0"/>
              <a:t>Cl</a:t>
            </a:r>
            <a:endParaRPr lang="en-US" altLang="zh-CN" sz="3000" dirty="0" smtClean="0"/>
          </a:p>
          <a:p>
            <a:pPr marL="514350" indent="-514350" eaLnBrk="1" hangingPunct="1">
              <a:lnSpc>
                <a:spcPct val="80000"/>
              </a:lnSpc>
              <a:buNone/>
            </a:pPr>
            <a:endParaRPr lang="en-US" altLang="zh-CN" sz="3000" dirty="0" smtClean="0"/>
          </a:p>
          <a:p>
            <a:pPr marL="514350" indent="-514350" eaLnBrk="1" hangingPunct="1">
              <a:lnSpc>
                <a:spcPct val="80000"/>
              </a:lnSpc>
              <a:buNone/>
            </a:pPr>
            <a:r>
              <a:rPr lang="en-US" altLang="zh-CN" sz="3000" dirty="0" smtClean="0"/>
              <a:t>	</a:t>
            </a:r>
            <a:r>
              <a:rPr lang="en-US" altLang="zh-CN" sz="3000" dirty="0" smtClean="0"/>
              <a:t>O</a:t>
            </a:r>
            <a:r>
              <a:rPr lang="zh-CN" altLang="en-US" sz="3000" dirty="0" smtClean="0"/>
              <a:t>质子数</a:t>
            </a:r>
            <a:r>
              <a:rPr lang="en-US" altLang="zh-CN" sz="3000" dirty="0" smtClean="0"/>
              <a:t>=8</a:t>
            </a:r>
            <a:r>
              <a:rPr lang="zh-CN" altLang="en-US" sz="3000" dirty="0" smtClean="0"/>
              <a:t>、中子数</a:t>
            </a:r>
            <a:r>
              <a:rPr lang="en-US" altLang="zh-CN" sz="3000" dirty="0" smtClean="0"/>
              <a:t>=18-8=10</a:t>
            </a:r>
            <a:r>
              <a:rPr lang="zh-CN" altLang="en-US" sz="3000" dirty="0" smtClean="0"/>
              <a:t>、质量数</a:t>
            </a:r>
            <a:r>
              <a:rPr lang="en-US" altLang="zh-CN" sz="3000" dirty="0" smtClean="0"/>
              <a:t>=18</a:t>
            </a:r>
          </a:p>
        </p:txBody>
      </p: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1981200" y="1905000"/>
            <a:ext cx="457200" cy="598487"/>
            <a:chOff x="1219200" y="4419600"/>
            <a:chExt cx="457200" cy="750054"/>
          </a:xfrm>
        </p:grpSpPr>
        <p:sp>
          <p:nvSpPr>
            <p:cNvPr id="5" name="TextBox 11"/>
            <p:cNvSpPr txBox="1">
              <a:spLocks noChangeArrowheads="1"/>
            </p:cNvSpPr>
            <p:nvPr/>
          </p:nvSpPr>
          <p:spPr bwMode="auto">
            <a:xfrm>
              <a:off x="1219200" y="4800596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b="1" dirty="0" smtClean="0">
                  <a:latin typeface="Calibri" pitchFamily="34" charset="0"/>
                </a:rPr>
                <a:t> 6</a:t>
              </a:r>
              <a:endParaRPr lang="en-US" altLang="zh-CN" b="1" dirty="0">
                <a:latin typeface="Calibri" pitchFamily="34" charset="0"/>
              </a:endParaRPr>
            </a:p>
          </p:txBody>
        </p:sp>
        <p:sp>
          <p:nvSpPr>
            <p:cNvPr id="6" name="TextBox 12"/>
            <p:cNvSpPr txBox="1">
              <a:spLocks noChangeArrowheads="1"/>
            </p:cNvSpPr>
            <p:nvPr/>
          </p:nvSpPr>
          <p:spPr bwMode="auto">
            <a:xfrm>
              <a:off x="12192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 smtClean="0">
                  <a:latin typeface="Calibri" pitchFamily="34" charset="0"/>
                </a:rPr>
                <a:t>12</a:t>
              </a:r>
              <a:endParaRPr lang="en-US" altLang="zh-CN" b="1" dirty="0">
                <a:latin typeface="Calibri" pitchFamily="34" charset="0"/>
              </a:endParaRPr>
            </a:p>
          </p:txBody>
        </p:sp>
      </p:grpSp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1981200" y="3289063"/>
            <a:ext cx="457200" cy="673337"/>
            <a:chOff x="1219200" y="4419600"/>
            <a:chExt cx="457200" cy="843859"/>
          </a:xfrm>
        </p:grpSpPr>
        <p:sp>
          <p:nvSpPr>
            <p:cNvPr id="8" name="TextBox 11"/>
            <p:cNvSpPr txBox="1">
              <a:spLocks noChangeArrowheads="1"/>
            </p:cNvSpPr>
            <p:nvPr/>
          </p:nvSpPr>
          <p:spPr bwMode="auto">
            <a:xfrm>
              <a:off x="1219200" y="4800594"/>
              <a:ext cx="457200" cy="4628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b="1" dirty="0" smtClean="0">
                  <a:latin typeface="Calibri" pitchFamily="34" charset="0"/>
                </a:rPr>
                <a:t>17</a:t>
              </a:r>
              <a:endParaRPr lang="en-US" altLang="zh-CN" b="1" dirty="0">
                <a:latin typeface="Calibri" pitchFamily="34" charset="0"/>
              </a:endParaRPr>
            </a:p>
          </p:txBody>
        </p:sp>
        <p:sp>
          <p:nvSpPr>
            <p:cNvPr id="9" name="TextBox 12"/>
            <p:cNvSpPr txBox="1">
              <a:spLocks noChangeArrowheads="1"/>
            </p:cNvSpPr>
            <p:nvPr/>
          </p:nvSpPr>
          <p:spPr bwMode="auto">
            <a:xfrm>
              <a:off x="1219200" y="4419600"/>
              <a:ext cx="457200" cy="4628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 smtClean="0">
                  <a:latin typeface="Calibri" pitchFamily="34" charset="0"/>
                </a:rPr>
                <a:t>37</a:t>
              </a:r>
              <a:endParaRPr lang="en-US" altLang="zh-CN" b="1" dirty="0">
                <a:latin typeface="Calibri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altLang="zh-CN" sz="3000" dirty="0" smtClean="0"/>
              <a:t>2.</a:t>
            </a:r>
            <a:r>
              <a:rPr lang="zh-CN" altLang="en-US" sz="3000" dirty="0" smtClean="0"/>
              <a:t>氧的相对原子质量</a:t>
            </a:r>
            <a:r>
              <a:rPr lang="en-US" altLang="zh-CN" sz="3000" dirty="0" smtClean="0"/>
              <a:t>=</a:t>
            </a:r>
            <a:r>
              <a:rPr lang="en-US" altLang="zh-CN" sz="3000" dirty="0" smtClean="0"/>
              <a:t>15.9994=16.00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endParaRPr lang="en-US" altLang="zh-CN" sz="3000" dirty="0" smtClean="0"/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altLang="zh-CN" sz="3000" dirty="0" smtClean="0"/>
              <a:t>3. </a:t>
            </a:r>
            <a:r>
              <a:rPr lang="zh-CN" altLang="en-US" sz="3000" dirty="0" smtClean="0"/>
              <a:t>设质量数为</a:t>
            </a:r>
            <a:r>
              <a:rPr lang="en-US" altLang="zh-CN" sz="3000" dirty="0" smtClean="0"/>
              <a:t>12</a:t>
            </a:r>
            <a:r>
              <a:rPr lang="zh-CN" altLang="en-US" sz="3000" dirty="0" smtClean="0"/>
              <a:t>的碳元素占</a:t>
            </a:r>
            <a:r>
              <a:rPr lang="en-US" altLang="zh-CN" sz="3000" dirty="0" smtClean="0"/>
              <a:t>a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altLang="zh-CN" sz="3000" dirty="0" smtClean="0"/>
              <a:t>	</a:t>
            </a:r>
            <a:r>
              <a:rPr lang="zh-CN" altLang="en-US" sz="3000" dirty="0" smtClean="0"/>
              <a:t>质量数为</a:t>
            </a:r>
            <a:r>
              <a:rPr lang="en-US" altLang="zh-CN" sz="3000" dirty="0" smtClean="0"/>
              <a:t>13</a:t>
            </a:r>
            <a:r>
              <a:rPr lang="zh-CN" altLang="en-US" sz="3000" dirty="0" smtClean="0"/>
              <a:t>的碳元素占</a:t>
            </a:r>
            <a:r>
              <a:rPr lang="en-US" altLang="zh-CN" sz="3000" dirty="0" smtClean="0"/>
              <a:t>1-a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altLang="zh-CN" sz="3000" dirty="0" smtClean="0"/>
              <a:t>		12a + 13(1-a) =12.011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altLang="zh-CN" sz="3000" dirty="0" smtClean="0"/>
              <a:t>            12a+ 13-13a =12.011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altLang="zh-CN" sz="3000" dirty="0" smtClean="0"/>
              <a:t>			          -a = 12.011-13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altLang="zh-CN" sz="3000" dirty="0" smtClean="0"/>
              <a:t>			           a = 0.989	        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zh-CN" altLang="en-US" sz="3000" dirty="0" smtClean="0"/>
              <a:t>答：</a:t>
            </a:r>
            <a:r>
              <a:rPr lang="en-US" altLang="zh-CN" sz="3000" baseline="30000" dirty="0" smtClean="0"/>
              <a:t>12</a:t>
            </a:r>
            <a:r>
              <a:rPr lang="en-US" altLang="zh-CN" sz="3000" dirty="0" smtClean="0"/>
              <a:t> C </a:t>
            </a:r>
            <a:r>
              <a:rPr lang="zh-CN" altLang="en-US" sz="3000" dirty="0" smtClean="0"/>
              <a:t>占</a:t>
            </a:r>
            <a:r>
              <a:rPr lang="en-US" altLang="zh-CN" sz="3000" dirty="0" smtClean="0"/>
              <a:t>98.9% </a:t>
            </a:r>
            <a:r>
              <a:rPr lang="zh-CN" altLang="en-US" sz="3000" dirty="0" smtClean="0"/>
              <a:t>，</a:t>
            </a:r>
            <a:r>
              <a:rPr lang="en-US" altLang="zh-CN" sz="3000" baseline="30000" dirty="0" smtClean="0"/>
              <a:t>13</a:t>
            </a:r>
            <a:r>
              <a:rPr lang="en-US" altLang="zh-CN" sz="3000" dirty="0" smtClean="0"/>
              <a:t> C </a:t>
            </a:r>
            <a:r>
              <a:rPr lang="zh-CN" altLang="en-US" sz="3000" dirty="0" smtClean="0"/>
              <a:t>占</a:t>
            </a:r>
            <a:r>
              <a:rPr lang="en-US" altLang="zh-CN" sz="3000" dirty="0" smtClean="0"/>
              <a:t>1.1%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endParaRPr lang="zh-CN" altLang="en-US" sz="3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60437"/>
            <a:ext cx="8229600" cy="5897563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altLang="zh-CN" sz="2600" dirty="0" smtClean="0"/>
              <a:t>5. </a:t>
            </a:r>
            <a:r>
              <a:rPr lang="zh-CN" altLang="en-US" sz="2600" dirty="0" smtClean="0"/>
              <a:t>元素</a:t>
            </a:r>
            <a:r>
              <a:rPr lang="en-US" altLang="zh-CN" sz="2600" dirty="0" smtClean="0"/>
              <a:t>	</a:t>
            </a:r>
            <a:r>
              <a:rPr lang="zh-CN" altLang="en-US" sz="2600" dirty="0" smtClean="0"/>
              <a:t>电子排布式</a:t>
            </a:r>
            <a:r>
              <a:rPr lang="en-US" altLang="zh-CN" sz="2600" dirty="0" smtClean="0"/>
              <a:t>			</a:t>
            </a:r>
            <a:r>
              <a:rPr lang="zh-CN" altLang="en-US" sz="2600" dirty="0" smtClean="0"/>
              <a:t>未成对电子数</a:t>
            </a:r>
            <a:endParaRPr lang="en-US" altLang="zh-CN" sz="2600" dirty="0" smtClean="0"/>
          </a:p>
          <a:p>
            <a:pPr marL="514350" indent="-514350">
              <a:buNone/>
            </a:pPr>
            <a:r>
              <a:rPr lang="en-US" altLang="zh-CN" sz="2600" dirty="0" smtClean="0"/>
              <a:t>	N 		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3</a:t>
            </a:r>
            <a:r>
              <a:rPr lang="en-US" altLang="zh-CN" sz="2600" dirty="0" smtClean="0"/>
              <a:t> </a:t>
            </a:r>
            <a:r>
              <a:rPr lang="en-US" altLang="zh-CN" sz="2600" dirty="0" smtClean="0"/>
              <a:t>				3</a:t>
            </a:r>
            <a:endParaRPr lang="en-US" altLang="zh-CN" sz="2600" dirty="0" smtClean="0"/>
          </a:p>
          <a:p>
            <a:pPr marL="514350" indent="-514350">
              <a:buNone/>
            </a:pPr>
            <a:r>
              <a:rPr lang="en-US" altLang="zh-CN" sz="2600" dirty="0" smtClean="0"/>
              <a:t>	Mg	</a:t>
            </a:r>
            <a:r>
              <a:rPr lang="en-US" altLang="zh-CN" sz="2600" dirty="0" smtClean="0"/>
              <a:t> 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</a:t>
            </a:r>
            <a:r>
              <a:rPr lang="en-US" altLang="zh-CN" sz="2600" dirty="0" smtClean="0"/>
              <a:t>2p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			0</a:t>
            </a:r>
          </a:p>
          <a:p>
            <a:pPr marL="514350" indent="-514350">
              <a:buNone/>
            </a:pPr>
            <a:r>
              <a:rPr lang="en-US" altLang="zh-CN" sz="2600" dirty="0" smtClean="0"/>
              <a:t>	Si		 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</a:t>
            </a:r>
            <a:r>
              <a:rPr lang="en-US" altLang="zh-CN" sz="2600" dirty="0" smtClean="0"/>
              <a:t>2p</a:t>
            </a:r>
            <a:r>
              <a:rPr lang="en-US" altLang="zh-CN" sz="2600" baseline="30000" dirty="0" smtClean="0"/>
              <a:t>4				</a:t>
            </a:r>
            <a:r>
              <a:rPr lang="en-US" altLang="zh-CN" sz="2600" dirty="0" smtClean="0"/>
              <a:t>2</a:t>
            </a:r>
            <a:endParaRPr lang="en-US" altLang="zh-CN" sz="2600" dirty="0" smtClean="0"/>
          </a:p>
          <a:p>
            <a:pPr marL="514350" indent="-514350">
              <a:buNone/>
            </a:pPr>
            <a:r>
              <a:rPr lang="en-US" altLang="zh-CN" sz="2600" dirty="0" smtClean="0"/>
              <a:t>	Cr		</a:t>
            </a:r>
            <a:r>
              <a:rPr lang="en-US" altLang="zh-CN" sz="2600" b="1" dirty="0" smtClean="0"/>
              <a:t> </a:t>
            </a:r>
            <a:r>
              <a:rPr lang="en-US" altLang="zh-CN" sz="2600" dirty="0" smtClean="0"/>
              <a:t>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3p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</a:t>
            </a:r>
            <a:r>
              <a:rPr lang="en-US" altLang="zh-CN" sz="2600" dirty="0" smtClean="0">
                <a:solidFill>
                  <a:srgbClr val="C00000"/>
                </a:solidFill>
              </a:rPr>
              <a:t>3d</a:t>
            </a:r>
            <a:r>
              <a:rPr lang="en-US" altLang="zh-CN" sz="2600" baseline="30000" dirty="0" smtClean="0">
                <a:solidFill>
                  <a:srgbClr val="C00000"/>
                </a:solidFill>
              </a:rPr>
              <a:t>5</a:t>
            </a:r>
            <a:r>
              <a:rPr lang="en-US" altLang="zh-CN" sz="2600" dirty="0" smtClean="0">
                <a:solidFill>
                  <a:srgbClr val="C00000"/>
                </a:solidFill>
              </a:rPr>
              <a:t> 4s</a:t>
            </a:r>
            <a:r>
              <a:rPr lang="en-US" altLang="zh-CN" sz="2600" baseline="30000" dirty="0" smtClean="0">
                <a:solidFill>
                  <a:srgbClr val="C00000"/>
                </a:solidFill>
              </a:rPr>
              <a:t>1 </a:t>
            </a:r>
            <a:r>
              <a:rPr lang="en-US" altLang="zh-CN" sz="2600" b="1" baseline="30000" dirty="0" smtClean="0"/>
              <a:t>		</a:t>
            </a:r>
            <a:r>
              <a:rPr lang="en-US" altLang="zh-CN" sz="2600" dirty="0" smtClean="0"/>
              <a:t>6</a:t>
            </a:r>
          </a:p>
          <a:p>
            <a:pPr marL="514350" indent="-514350">
              <a:buNone/>
            </a:pPr>
            <a:endParaRPr lang="en-US" altLang="zh-CN" sz="2600" dirty="0" smtClean="0"/>
          </a:p>
          <a:p>
            <a:pPr marL="514350" indent="-514350">
              <a:buNone/>
            </a:pPr>
            <a:r>
              <a:rPr lang="en-US" altLang="zh-CN" sz="2600" dirty="0" smtClean="0"/>
              <a:t>6. </a:t>
            </a:r>
            <a:r>
              <a:rPr lang="zh-CN" altLang="en-US" sz="2600" dirty="0" smtClean="0"/>
              <a:t>元</a:t>
            </a:r>
            <a:r>
              <a:rPr lang="zh-CN" altLang="en-US" sz="2600" dirty="0" smtClean="0"/>
              <a:t>素</a:t>
            </a:r>
            <a:r>
              <a:rPr lang="en-US" altLang="zh-CN" sz="2600" dirty="0" smtClean="0"/>
              <a:t>	</a:t>
            </a:r>
            <a:r>
              <a:rPr lang="zh-CN" altLang="en-US" sz="2600" dirty="0" smtClean="0"/>
              <a:t>电子排布式</a:t>
            </a:r>
            <a:r>
              <a:rPr lang="en-US" altLang="zh-CN" sz="2600" dirty="0" smtClean="0"/>
              <a:t>		</a:t>
            </a:r>
            <a:r>
              <a:rPr lang="zh-CN" altLang="en-US" sz="2600" dirty="0" smtClean="0"/>
              <a:t>电子层</a:t>
            </a:r>
            <a:r>
              <a:rPr lang="en-US" altLang="zh-CN" sz="2600" dirty="0" smtClean="0"/>
              <a:t>	</a:t>
            </a:r>
            <a:r>
              <a:rPr lang="zh-CN" altLang="en-US" sz="2600" dirty="0" smtClean="0"/>
              <a:t>价电子</a:t>
            </a:r>
            <a:endParaRPr lang="en-US" altLang="zh-CN" sz="2600" dirty="0" smtClean="0"/>
          </a:p>
          <a:p>
            <a:pPr marL="514350" indent="-514350">
              <a:buNone/>
            </a:pPr>
            <a:r>
              <a:rPr lang="en-US" altLang="zh-CN" sz="2600" dirty="0" smtClean="0"/>
              <a:t>	</a:t>
            </a:r>
            <a:r>
              <a:rPr lang="en-US" altLang="zh-CN" sz="2600" baseline="-25000" dirty="0" smtClean="0"/>
              <a:t>9</a:t>
            </a:r>
            <a:r>
              <a:rPr lang="en-US" altLang="zh-CN" sz="2600" dirty="0" smtClean="0"/>
              <a:t>F		</a:t>
            </a:r>
            <a:r>
              <a:rPr lang="en-US" altLang="zh-CN" sz="2600" dirty="0" smtClean="0"/>
              <a:t> 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</a:t>
            </a:r>
            <a:r>
              <a:rPr lang="en-US" altLang="zh-CN" sz="2600" dirty="0" smtClean="0"/>
              <a:t>2p</a:t>
            </a:r>
            <a:r>
              <a:rPr lang="en-US" altLang="zh-CN" sz="2600" baseline="30000" dirty="0" smtClean="0"/>
              <a:t>5	</a:t>
            </a:r>
            <a:r>
              <a:rPr lang="en-US" altLang="zh-CN" sz="2600" dirty="0" smtClean="0"/>
              <a:t> 	    2		    7</a:t>
            </a:r>
          </a:p>
          <a:p>
            <a:pPr marL="514350" indent="-514350">
              <a:buNone/>
            </a:pPr>
            <a:r>
              <a:rPr lang="en-US" altLang="zh-CN" sz="2600" dirty="0" smtClean="0"/>
              <a:t>	</a:t>
            </a:r>
            <a:r>
              <a:rPr lang="en-US" altLang="zh-CN" sz="2600" baseline="-25000" dirty="0" smtClean="0"/>
              <a:t>17</a:t>
            </a:r>
            <a:r>
              <a:rPr lang="en-US" altLang="zh-CN" sz="2600" dirty="0" smtClean="0"/>
              <a:t>Cl</a:t>
            </a:r>
            <a:r>
              <a:rPr lang="en-US" altLang="zh-CN" sz="2600" dirty="0" smtClean="0"/>
              <a:t>	</a:t>
            </a:r>
            <a:r>
              <a:rPr lang="en-US" altLang="zh-CN" sz="2600" dirty="0" smtClean="0"/>
              <a:t> 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</a:t>
            </a:r>
            <a:r>
              <a:rPr lang="en-US" altLang="zh-CN" sz="2600" dirty="0" smtClean="0"/>
              <a:t>3p</a:t>
            </a:r>
            <a:r>
              <a:rPr lang="en-US" altLang="zh-CN" sz="2600" baseline="30000" dirty="0" smtClean="0"/>
              <a:t>5	 </a:t>
            </a:r>
            <a:r>
              <a:rPr lang="en-US" altLang="zh-CN" sz="2600" dirty="0" smtClean="0"/>
              <a:t>   3		    7</a:t>
            </a:r>
          </a:p>
          <a:p>
            <a:pPr marL="514350" indent="-514350">
              <a:buNone/>
            </a:pPr>
            <a:r>
              <a:rPr lang="en-US" altLang="zh-CN" sz="2600" dirty="0" smtClean="0"/>
              <a:t>	</a:t>
            </a:r>
            <a:r>
              <a:rPr lang="en-US" altLang="zh-CN" sz="2600" baseline="-25000" dirty="0" smtClean="0"/>
              <a:t>35</a:t>
            </a:r>
            <a:r>
              <a:rPr lang="en-US" altLang="zh-CN" sz="2600" dirty="0" smtClean="0"/>
              <a:t>Br	[</a:t>
            </a:r>
            <a:r>
              <a:rPr lang="en-US" altLang="zh-CN" sz="2600" dirty="0" err="1" smtClean="0"/>
              <a:t>Ar</a:t>
            </a:r>
            <a:r>
              <a:rPr lang="en-US" altLang="zh-CN" sz="2600" dirty="0" smtClean="0"/>
              <a:t>]3d</a:t>
            </a:r>
            <a:r>
              <a:rPr lang="en-US" altLang="zh-CN" sz="2600" baseline="30000" dirty="0" smtClean="0"/>
              <a:t>10</a:t>
            </a:r>
            <a:r>
              <a:rPr lang="en-US" altLang="zh-CN" sz="2600" dirty="0" smtClean="0"/>
              <a:t> 4s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4p</a:t>
            </a:r>
            <a:r>
              <a:rPr lang="en-US" altLang="zh-CN" sz="2600" baseline="30000" dirty="0" smtClean="0"/>
              <a:t>5	</a:t>
            </a:r>
            <a:r>
              <a:rPr lang="en-US" altLang="zh-CN" sz="2600" dirty="0" smtClean="0"/>
              <a:t> </a:t>
            </a:r>
            <a:r>
              <a:rPr lang="en-US" altLang="zh-CN" sz="2600" dirty="0" smtClean="0"/>
              <a:t>   4		    7</a:t>
            </a:r>
            <a:endParaRPr lang="en-US" altLang="zh-CN" sz="2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57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altLang="zh-CN" sz="3000" dirty="0" smtClean="0"/>
              <a:t>7. Ca</a:t>
            </a:r>
            <a:r>
              <a:rPr lang="zh-CN" altLang="en-US" sz="3000" dirty="0" smtClean="0"/>
              <a:t>，</a:t>
            </a:r>
            <a:r>
              <a:rPr lang="en-US" altLang="zh-CN" sz="3000" dirty="0" smtClean="0"/>
              <a:t>Sc</a:t>
            </a:r>
            <a:r>
              <a:rPr lang="zh-CN" altLang="en-US" sz="3000" dirty="0" smtClean="0"/>
              <a:t>，</a:t>
            </a:r>
            <a:r>
              <a:rPr lang="en-US" altLang="zh-CN" sz="3000" dirty="0" smtClean="0"/>
              <a:t>Ti</a:t>
            </a:r>
            <a:r>
              <a:rPr lang="zh-CN" altLang="en-US" sz="3000" dirty="0" smtClean="0"/>
              <a:t>，</a:t>
            </a:r>
            <a:r>
              <a:rPr lang="en-US" altLang="zh-CN" sz="3000" dirty="0" smtClean="0"/>
              <a:t>V</a:t>
            </a:r>
            <a:r>
              <a:rPr lang="zh-CN" altLang="en-US" sz="3000" dirty="0" smtClean="0"/>
              <a:t>，</a:t>
            </a:r>
            <a:r>
              <a:rPr lang="en-US" altLang="zh-CN" sz="3000" dirty="0" err="1" smtClean="0"/>
              <a:t>Mn</a:t>
            </a:r>
            <a:r>
              <a:rPr lang="zh-CN" altLang="en-US" sz="3000" dirty="0" smtClean="0"/>
              <a:t>，</a:t>
            </a:r>
            <a:r>
              <a:rPr lang="en-US" altLang="zh-CN" sz="3000" dirty="0" smtClean="0"/>
              <a:t>Fe</a:t>
            </a:r>
            <a:r>
              <a:rPr lang="zh-CN" altLang="en-US" sz="3000" dirty="0" smtClean="0"/>
              <a:t>，</a:t>
            </a:r>
            <a:r>
              <a:rPr lang="en-US" altLang="zh-CN" sz="3000" dirty="0" smtClean="0"/>
              <a:t>Co</a:t>
            </a:r>
            <a:r>
              <a:rPr lang="zh-CN" altLang="en-US" sz="3000" dirty="0" smtClean="0"/>
              <a:t>，</a:t>
            </a:r>
            <a:r>
              <a:rPr lang="en-US" altLang="zh-CN" sz="3000" dirty="0" smtClean="0"/>
              <a:t>Ni</a:t>
            </a:r>
            <a:r>
              <a:rPr lang="zh-CN" altLang="en-US" sz="3000" dirty="0" smtClean="0"/>
              <a:t>，</a:t>
            </a:r>
            <a:r>
              <a:rPr lang="en-US" altLang="zh-CN" sz="3000" dirty="0" smtClean="0"/>
              <a:t>Zn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endParaRPr lang="en-US" altLang="zh-CN" sz="3000" dirty="0" smtClean="0"/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altLang="zh-CN" sz="3000" dirty="0" smtClean="0"/>
              <a:t>8. a) 9</a:t>
            </a:r>
            <a:r>
              <a:rPr lang="zh-CN" altLang="en-US" sz="3000" dirty="0" smtClean="0"/>
              <a:t>种</a:t>
            </a:r>
            <a:endParaRPr lang="en-US" altLang="zh-CN" sz="3000" dirty="0" smtClean="0"/>
          </a:p>
          <a:p>
            <a:pPr>
              <a:lnSpc>
                <a:spcPct val="80000"/>
              </a:lnSpc>
              <a:buNone/>
            </a:pPr>
            <a:r>
              <a:rPr lang="en-US" altLang="zh-CN" sz="3000" dirty="0" smtClean="0"/>
              <a:t>	</a:t>
            </a:r>
            <a:r>
              <a:rPr lang="en-US" altLang="zh-CN" sz="3000" dirty="0" smtClean="0"/>
              <a:t>b) </a:t>
            </a:r>
            <a:r>
              <a:rPr lang="en-US" sz="2800" dirty="0" smtClean="0"/>
              <a:t>M( 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H</a:t>
            </a:r>
            <a:r>
              <a:rPr lang="en-US" sz="2800" baseline="-25000" dirty="0" smtClean="0"/>
              <a:t>2</a:t>
            </a:r>
            <a:r>
              <a:rPr lang="en-US" sz="2800" baseline="30000" dirty="0" smtClean="0"/>
              <a:t>16</a:t>
            </a:r>
            <a:r>
              <a:rPr lang="en-US" sz="2800" dirty="0" smtClean="0"/>
              <a:t>O)</a:t>
            </a:r>
          </a:p>
          <a:p>
            <a:pPr>
              <a:lnSpc>
                <a:spcPct val="80000"/>
              </a:lnSpc>
              <a:buNone/>
            </a:pPr>
            <a:r>
              <a:rPr lang="en-US" sz="2800" dirty="0" smtClean="0"/>
              <a:t>	</a:t>
            </a:r>
            <a:r>
              <a:rPr lang="en-US" sz="2800" dirty="0" smtClean="0"/>
              <a:t>	= (2x2+16) gmol</a:t>
            </a:r>
            <a:r>
              <a:rPr lang="en-US" sz="2800" baseline="30000" dirty="0" smtClean="0"/>
              <a:t>-1</a:t>
            </a:r>
            <a:endParaRPr lang="en-US" sz="2800" dirty="0" smtClean="0"/>
          </a:p>
          <a:p>
            <a:pPr>
              <a:lnSpc>
                <a:spcPct val="80000"/>
              </a:lnSpc>
              <a:buNone/>
            </a:pPr>
            <a:r>
              <a:rPr lang="en-US" sz="2800" dirty="0" smtClean="0"/>
              <a:t>	</a:t>
            </a:r>
            <a:r>
              <a:rPr lang="en-US" sz="2800" dirty="0" smtClean="0"/>
              <a:t>	=20g</a:t>
            </a:r>
            <a:r>
              <a:rPr lang="en-US" altLang="zh-CN" sz="2800" dirty="0" smtClean="0"/>
              <a:t>mol</a:t>
            </a:r>
            <a:r>
              <a:rPr lang="en-US" altLang="zh-CN" sz="2800" baseline="30000" dirty="0" smtClean="0"/>
              <a:t>-1</a:t>
            </a:r>
            <a:endParaRPr lang="en-US" sz="2800" dirty="0" smtClean="0"/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altLang="zh-CN" sz="3000" dirty="0" smtClean="0"/>
              <a:t>	n= 10g/20gmol</a:t>
            </a:r>
            <a:r>
              <a:rPr lang="en-US" altLang="zh-CN" sz="3000" baseline="30000" dirty="0" smtClean="0"/>
              <a:t>-1</a:t>
            </a:r>
            <a:r>
              <a:rPr lang="en-US" altLang="zh-CN" sz="3000" dirty="0" smtClean="0"/>
              <a:t> 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altLang="zh-CN" sz="3000" dirty="0" smtClean="0"/>
              <a:t>	 </a:t>
            </a:r>
            <a:r>
              <a:rPr lang="en-US" altLang="zh-CN" sz="3000" dirty="0" smtClean="0"/>
              <a:t> = 0.5mol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3000" baseline="30000" dirty="0" smtClean="0"/>
              <a:t>2</a:t>
            </a:r>
            <a:r>
              <a:rPr lang="en-US" altLang="zh-CN" sz="3000" dirty="0" smtClean="0"/>
              <a:t>H</a:t>
            </a:r>
            <a:r>
              <a:rPr lang="zh-CN" altLang="en-US" sz="3000" dirty="0" smtClean="0"/>
              <a:t>：</a:t>
            </a:r>
            <a:r>
              <a:rPr lang="en-US" altLang="zh-CN" sz="3000" dirty="0" smtClean="0"/>
              <a:t>1</a:t>
            </a:r>
            <a:r>
              <a:rPr lang="zh-CN" altLang="en-US" sz="3000" dirty="0" smtClean="0"/>
              <a:t>质子、</a:t>
            </a:r>
            <a:r>
              <a:rPr lang="en-US" altLang="zh-CN" sz="3000" dirty="0" smtClean="0"/>
              <a:t>1</a:t>
            </a:r>
            <a:r>
              <a:rPr lang="zh-CN" altLang="en-US" sz="3000" dirty="0" smtClean="0"/>
              <a:t>电子、</a:t>
            </a:r>
            <a:r>
              <a:rPr lang="en-US" altLang="zh-CN" sz="3000" dirty="0" smtClean="0"/>
              <a:t>1</a:t>
            </a:r>
            <a:r>
              <a:rPr lang="zh-CN" altLang="en-US" sz="3000" dirty="0" smtClean="0"/>
              <a:t>中子</a:t>
            </a:r>
            <a:endParaRPr lang="en-US" altLang="zh-CN" sz="3000" dirty="0" smtClean="0"/>
          </a:p>
          <a:p>
            <a:pPr>
              <a:lnSpc>
                <a:spcPct val="80000"/>
              </a:lnSpc>
              <a:buNone/>
            </a:pPr>
            <a:r>
              <a:rPr lang="en-US" altLang="zh-CN" sz="3000" baseline="30000" dirty="0" smtClean="0"/>
              <a:t>16 </a:t>
            </a:r>
            <a:r>
              <a:rPr lang="en-US" altLang="zh-CN" sz="3000" dirty="0" smtClean="0"/>
              <a:t>O </a:t>
            </a:r>
            <a:r>
              <a:rPr lang="zh-CN" altLang="en-US" sz="3000" dirty="0" smtClean="0"/>
              <a:t>：</a:t>
            </a:r>
            <a:r>
              <a:rPr lang="en-US" altLang="zh-CN" sz="3000" dirty="0" smtClean="0"/>
              <a:t>8</a:t>
            </a:r>
            <a:r>
              <a:rPr lang="zh-CN" altLang="en-US" sz="3000" dirty="0" smtClean="0"/>
              <a:t>质</a:t>
            </a:r>
            <a:r>
              <a:rPr lang="zh-CN" altLang="en-US" sz="3000" dirty="0" smtClean="0"/>
              <a:t>子</a:t>
            </a:r>
            <a:r>
              <a:rPr lang="zh-CN" altLang="en-US" sz="3000" dirty="0" smtClean="0"/>
              <a:t>、</a:t>
            </a:r>
            <a:r>
              <a:rPr lang="en-US" altLang="zh-CN" sz="3000" dirty="0" smtClean="0"/>
              <a:t>8</a:t>
            </a:r>
            <a:r>
              <a:rPr lang="zh-CN" altLang="en-US" sz="3000" dirty="0" smtClean="0"/>
              <a:t>电</a:t>
            </a:r>
            <a:r>
              <a:rPr lang="zh-CN" altLang="en-US" sz="3000" dirty="0" smtClean="0"/>
              <a:t>子</a:t>
            </a:r>
            <a:r>
              <a:rPr lang="zh-CN" altLang="en-US" sz="3000" dirty="0" smtClean="0"/>
              <a:t>、</a:t>
            </a:r>
            <a:r>
              <a:rPr lang="en-US" altLang="zh-CN" sz="3000" dirty="0" smtClean="0"/>
              <a:t>8</a:t>
            </a:r>
            <a:r>
              <a:rPr lang="zh-CN" altLang="en-US" sz="3000" dirty="0" smtClean="0"/>
              <a:t>中</a:t>
            </a:r>
            <a:r>
              <a:rPr lang="zh-CN" altLang="en-US" sz="3000" dirty="0" smtClean="0"/>
              <a:t>子</a:t>
            </a:r>
            <a:endParaRPr lang="en-US" altLang="zh-CN" sz="3000" baseline="30000" dirty="0" smtClean="0"/>
          </a:p>
          <a:p>
            <a:pPr>
              <a:lnSpc>
                <a:spcPct val="80000"/>
              </a:lnSpc>
              <a:buNone/>
            </a:pPr>
            <a:r>
              <a:rPr lang="zh-CN" altLang="en-US" sz="3000" dirty="0" smtClean="0"/>
              <a:t>质</a:t>
            </a:r>
            <a:r>
              <a:rPr lang="zh-CN" altLang="en-US" sz="3000" dirty="0" smtClean="0"/>
              <a:t>子数</a:t>
            </a:r>
            <a:r>
              <a:rPr lang="en-US" altLang="zh-CN" sz="3000" dirty="0" smtClean="0"/>
              <a:t>=</a:t>
            </a:r>
            <a:r>
              <a:rPr lang="zh-CN" altLang="en-US" sz="3000" dirty="0" smtClean="0"/>
              <a:t>中</a:t>
            </a:r>
            <a:r>
              <a:rPr lang="zh-CN" altLang="en-US" sz="3000" dirty="0" smtClean="0"/>
              <a:t>子数</a:t>
            </a:r>
            <a:r>
              <a:rPr lang="en-US" altLang="zh-CN" sz="3000" dirty="0" smtClean="0"/>
              <a:t>=</a:t>
            </a:r>
            <a:r>
              <a:rPr lang="zh-CN" altLang="en-US" sz="3000" dirty="0" smtClean="0"/>
              <a:t>电子</a:t>
            </a:r>
            <a:r>
              <a:rPr lang="zh-CN" altLang="en-US" sz="3000" dirty="0" smtClean="0"/>
              <a:t>数</a:t>
            </a:r>
            <a:r>
              <a:rPr lang="en-US" altLang="zh-CN" sz="3000" dirty="0" smtClean="0"/>
              <a:t>= </a:t>
            </a:r>
            <a:r>
              <a:rPr lang="en-US" altLang="zh-CN" sz="3000" dirty="0" smtClean="0"/>
              <a:t> (1x2+8)x0.5molxN</a:t>
            </a:r>
            <a:r>
              <a:rPr lang="en-US" altLang="zh-CN" sz="3000" baseline="-25000" dirty="0" smtClean="0"/>
              <a:t>A</a:t>
            </a:r>
            <a:endParaRPr lang="zh-CN" altLang="en-US" sz="3000" dirty="0" smtClean="0"/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endParaRPr lang="zh-CN" altLang="en-US" sz="3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dirty="0" smtClean="0"/>
              <a:t>第</a:t>
            </a:r>
            <a:r>
              <a:rPr lang="en-US" altLang="zh-CN" sz="3200" dirty="0" smtClean="0"/>
              <a:t>9</a:t>
            </a:r>
            <a:r>
              <a:rPr lang="zh-CN" altLang="en-US" sz="3200" dirty="0" smtClean="0"/>
              <a:t>题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0762"/>
            <a:ext cx="8229600" cy="56086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600" dirty="0" smtClean="0"/>
              <a:t>元素符号</a:t>
            </a:r>
            <a:r>
              <a:rPr lang="en-US" altLang="zh-CN" sz="2600" dirty="0" smtClean="0"/>
              <a:t>	</a:t>
            </a:r>
            <a:r>
              <a:rPr lang="zh-CN" altLang="en-US" sz="2600" dirty="0" smtClean="0"/>
              <a:t>轨域表示式</a:t>
            </a:r>
            <a:r>
              <a:rPr lang="en-US" altLang="zh-CN" sz="2600" dirty="0" smtClean="0"/>
              <a:t>			</a:t>
            </a:r>
            <a:r>
              <a:rPr lang="zh-CN" altLang="en-US" sz="2600" dirty="0" smtClean="0"/>
              <a:t>电子排布式</a:t>
            </a:r>
            <a:endParaRPr lang="en-US" altLang="zh-CN" sz="2600" dirty="0" smtClean="0"/>
          </a:p>
          <a:p>
            <a:pPr>
              <a:buNone/>
            </a:pPr>
            <a:r>
              <a:rPr lang="en-US" altLang="zh-CN" sz="2600" dirty="0" smtClean="0"/>
              <a:t>H 							1s</a:t>
            </a:r>
            <a:r>
              <a:rPr lang="en-US" altLang="zh-CN" sz="2600" baseline="30000" dirty="0" smtClean="0"/>
              <a:t>1</a:t>
            </a:r>
          </a:p>
          <a:p>
            <a:pPr>
              <a:buNone/>
            </a:pPr>
            <a:r>
              <a:rPr lang="en-US" sz="2600" dirty="0" smtClean="0"/>
              <a:t>He						</a:t>
            </a:r>
            <a:r>
              <a:rPr lang="en-US" altLang="zh-CN" sz="2600" dirty="0" smtClean="0"/>
              <a:t>1s</a:t>
            </a:r>
            <a:r>
              <a:rPr lang="en-US" altLang="zh-CN" sz="2600" baseline="30000" dirty="0" smtClean="0"/>
              <a:t>2</a:t>
            </a:r>
          </a:p>
          <a:p>
            <a:pPr>
              <a:buNone/>
            </a:pPr>
            <a:r>
              <a:rPr lang="en-US" altLang="zh-CN" sz="2600" dirty="0" smtClean="0"/>
              <a:t>Li							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1</a:t>
            </a:r>
          </a:p>
          <a:p>
            <a:pPr>
              <a:buNone/>
            </a:pPr>
            <a:r>
              <a:rPr lang="en-US" sz="2600" dirty="0" smtClean="0"/>
              <a:t>Be						</a:t>
            </a:r>
            <a:r>
              <a:rPr lang="en-US" altLang="zh-CN" sz="2600" dirty="0" smtClean="0"/>
              <a:t>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</a:t>
            </a:r>
          </a:p>
          <a:p>
            <a:pPr>
              <a:buNone/>
            </a:pPr>
            <a:r>
              <a:rPr lang="en-US" sz="2600" dirty="0" smtClean="0"/>
              <a:t>B 							</a:t>
            </a:r>
            <a:r>
              <a:rPr lang="en-US" altLang="zh-CN" sz="2600" dirty="0" smtClean="0"/>
              <a:t> 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1 </a:t>
            </a:r>
          </a:p>
          <a:p>
            <a:pPr>
              <a:buNone/>
            </a:pPr>
            <a:r>
              <a:rPr lang="en-US" altLang="zh-CN" sz="2600" dirty="0" smtClean="0"/>
              <a:t>C</a:t>
            </a:r>
            <a:r>
              <a:rPr lang="en-US" sz="2600" dirty="0" smtClean="0"/>
              <a:t> 							</a:t>
            </a:r>
            <a:r>
              <a:rPr lang="en-US" altLang="zh-CN" sz="2600" dirty="0" smtClean="0"/>
              <a:t> 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</a:t>
            </a:r>
          </a:p>
          <a:p>
            <a:pPr>
              <a:buNone/>
            </a:pPr>
            <a:r>
              <a:rPr lang="en-US" altLang="zh-CN" sz="2600" dirty="0" smtClean="0"/>
              <a:t>N</a:t>
            </a:r>
            <a:r>
              <a:rPr lang="en-US" sz="2600" dirty="0" smtClean="0"/>
              <a:t> 							</a:t>
            </a:r>
            <a:r>
              <a:rPr lang="en-US" altLang="zh-CN" sz="2600" dirty="0" smtClean="0"/>
              <a:t> 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3</a:t>
            </a:r>
            <a:r>
              <a:rPr lang="en-US" altLang="zh-CN" sz="2600" dirty="0" smtClean="0"/>
              <a:t>  </a:t>
            </a:r>
          </a:p>
          <a:p>
            <a:pPr>
              <a:buNone/>
            </a:pPr>
            <a:r>
              <a:rPr lang="en-US" altLang="zh-CN" sz="2600" dirty="0" smtClean="0"/>
              <a:t>O</a:t>
            </a:r>
            <a:r>
              <a:rPr lang="en-US" sz="2600" dirty="0" smtClean="0"/>
              <a:t> 							</a:t>
            </a:r>
            <a:r>
              <a:rPr lang="en-US" altLang="zh-CN" sz="2600" dirty="0" smtClean="0"/>
              <a:t> 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4</a:t>
            </a:r>
            <a:r>
              <a:rPr lang="en-US" altLang="zh-CN" sz="2600" dirty="0" smtClean="0"/>
              <a:t>  </a:t>
            </a:r>
          </a:p>
          <a:p>
            <a:pPr>
              <a:buNone/>
            </a:pPr>
            <a:r>
              <a:rPr lang="en-US" altLang="zh-CN" sz="2600" dirty="0" smtClean="0"/>
              <a:t>F</a:t>
            </a:r>
            <a:r>
              <a:rPr lang="en-US" sz="2600" dirty="0" smtClean="0"/>
              <a:t> 							</a:t>
            </a:r>
            <a:r>
              <a:rPr lang="en-US" altLang="zh-CN" sz="2600" dirty="0" smtClean="0"/>
              <a:t> 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5</a:t>
            </a:r>
            <a:r>
              <a:rPr lang="en-US" altLang="zh-CN" sz="2600" dirty="0" smtClean="0"/>
              <a:t> </a:t>
            </a:r>
          </a:p>
          <a:p>
            <a:pPr>
              <a:buNone/>
            </a:pPr>
            <a:r>
              <a:rPr lang="en-US" sz="2600" dirty="0" smtClean="0"/>
              <a:t>Ne						</a:t>
            </a:r>
            <a:r>
              <a:rPr lang="en-US" altLang="zh-CN" sz="2600" dirty="0" smtClean="0"/>
              <a:t> 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</a:t>
            </a:r>
          </a:p>
          <a:p>
            <a:pPr>
              <a:buNone/>
            </a:pPr>
            <a:endParaRPr lang="en-US" altLang="zh-CN" sz="2600" dirty="0" smtClean="0"/>
          </a:p>
          <a:p>
            <a:pPr>
              <a:buNone/>
            </a:pPr>
            <a:endParaRPr lang="en-US" altLang="zh-CN" sz="2600" dirty="0" smtClean="0"/>
          </a:p>
          <a:p>
            <a:pPr>
              <a:buNone/>
            </a:pPr>
            <a:endParaRPr lang="en-US" altLang="zh-CN" sz="2600" dirty="0" smtClean="0"/>
          </a:p>
          <a:p>
            <a:pPr>
              <a:buNone/>
            </a:pPr>
            <a:endParaRPr lang="en-US" sz="2600" dirty="0" smtClean="0"/>
          </a:p>
          <a:p>
            <a:pPr>
              <a:buNone/>
            </a:pPr>
            <a:endParaRPr lang="en-US" sz="2600" dirty="0"/>
          </a:p>
        </p:txBody>
      </p:sp>
      <p:sp>
        <p:nvSpPr>
          <p:cNvPr id="4" name="Rectangle 3"/>
          <p:cNvSpPr/>
          <p:nvPr/>
        </p:nvSpPr>
        <p:spPr>
          <a:xfrm>
            <a:off x="2438400" y="1554162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rot="5400000" flipH="1" flipV="1">
            <a:off x="2439194" y="17057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438400" y="2011362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rot="5400000" flipH="1" flipV="1">
            <a:off x="2439194" y="21629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5400000">
            <a:off x="2590800" y="21629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438400" y="2468562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048000" y="2468562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 rot="5400000" flipH="1" flipV="1">
            <a:off x="2439194" y="26201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5400000" flipH="1" flipV="1">
            <a:off x="3047205" y="26201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rot="5400000">
            <a:off x="2591594" y="26963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438400" y="3001962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048000" y="3001962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 rot="5400000" flipH="1" flipV="1">
            <a:off x="2439194" y="31535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5400000">
            <a:off x="2591594" y="31535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5400000" flipH="1" flipV="1">
            <a:off x="3048000" y="31535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5400000">
            <a:off x="3199606" y="31535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438400" y="3459162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048000" y="3459162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26"/>
          <p:cNvGrpSpPr/>
          <p:nvPr/>
        </p:nvGrpSpPr>
        <p:grpSpPr>
          <a:xfrm>
            <a:off x="3733800" y="3459162"/>
            <a:ext cx="1447800" cy="381000"/>
            <a:chOff x="6019800" y="2895600"/>
            <a:chExt cx="1828800" cy="533400"/>
          </a:xfrm>
        </p:grpSpPr>
        <p:sp>
          <p:nvSpPr>
            <p:cNvPr id="28" name="Rectangle 27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1" name="Straight Arrow Connector 30"/>
          <p:cNvCxnSpPr/>
          <p:nvPr/>
        </p:nvCxnSpPr>
        <p:spPr>
          <a:xfrm rot="5400000" flipH="1" flipV="1">
            <a:off x="2439194" y="36107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rot="5400000">
            <a:off x="2591594" y="36107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5400000" flipH="1" flipV="1">
            <a:off x="3048000" y="36107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rot="5400000">
            <a:off x="3199606" y="36107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rot="5400000" flipH="1" flipV="1">
            <a:off x="3733005" y="36107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438400" y="3992562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3048000" y="3992562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37"/>
          <p:cNvGrpSpPr/>
          <p:nvPr/>
        </p:nvGrpSpPr>
        <p:grpSpPr>
          <a:xfrm>
            <a:off x="3733800" y="3992562"/>
            <a:ext cx="1447800" cy="381000"/>
            <a:chOff x="6019800" y="2895600"/>
            <a:chExt cx="1828800" cy="533400"/>
          </a:xfrm>
        </p:grpSpPr>
        <p:sp>
          <p:nvSpPr>
            <p:cNvPr id="39" name="Rectangle 38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2" name="Straight Arrow Connector 41"/>
          <p:cNvCxnSpPr/>
          <p:nvPr/>
        </p:nvCxnSpPr>
        <p:spPr>
          <a:xfrm rot="5400000" flipH="1" flipV="1">
            <a:off x="2439194" y="41441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5400000">
            <a:off x="2591594" y="41441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rot="5400000" flipH="1" flipV="1">
            <a:off x="3048000" y="41441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rot="5400000">
            <a:off x="3199606" y="41441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rot="5400000" flipH="1" flipV="1">
            <a:off x="3734594" y="41441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rot="5400000" flipH="1" flipV="1">
            <a:off x="4190206" y="41441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2438400" y="4449762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3048000" y="4449762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50"/>
          <p:cNvGrpSpPr/>
          <p:nvPr/>
        </p:nvGrpSpPr>
        <p:grpSpPr>
          <a:xfrm>
            <a:off x="3733800" y="4449762"/>
            <a:ext cx="1447800" cy="381000"/>
            <a:chOff x="6019800" y="2895600"/>
            <a:chExt cx="1828800" cy="533400"/>
          </a:xfrm>
        </p:grpSpPr>
        <p:sp>
          <p:nvSpPr>
            <p:cNvPr id="52" name="Rectangle 51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5" name="Straight Arrow Connector 54"/>
          <p:cNvCxnSpPr/>
          <p:nvPr/>
        </p:nvCxnSpPr>
        <p:spPr>
          <a:xfrm rot="5400000" flipH="1" flipV="1">
            <a:off x="2439194" y="46013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rot="5400000">
            <a:off x="2591594" y="46013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rot="5400000" flipH="1" flipV="1">
            <a:off x="3048000" y="46013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rot="5400000">
            <a:off x="3199606" y="46013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5400000" flipH="1" flipV="1">
            <a:off x="3734594" y="46013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rot="5400000" flipH="1" flipV="1">
            <a:off x="4190206" y="46013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rot="5400000" flipH="1" flipV="1">
            <a:off x="4647406" y="46013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438400" y="4906962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3048000" y="4906962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63"/>
          <p:cNvGrpSpPr/>
          <p:nvPr/>
        </p:nvGrpSpPr>
        <p:grpSpPr>
          <a:xfrm>
            <a:off x="3733800" y="4906962"/>
            <a:ext cx="1447800" cy="381000"/>
            <a:chOff x="6019800" y="2895600"/>
            <a:chExt cx="1828800" cy="533400"/>
          </a:xfrm>
        </p:grpSpPr>
        <p:sp>
          <p:nvSpPr>
            <p:cNvPr id="65" name="Rectangle 64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8" name="Straight Arrow Connector 67"/>
          <p:cNvCxnSpPr/>
          <p:nvPr/>
        </p:nvCxnSpPr>
        <p:spPr>
          <a:xfrm rot="5400000" flipH="1" flipV="1">
            <a:off x="2439194" y="50585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rot="5400000">
            <a:off x="2591594" y="50585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rot="5400000" flipH="1" flipV="1">
            <a:off x="3048000" y="50585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rot="5400000">
            <a:off x="3199606" y="50585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rot="5400000" flipH="1" flipV="1">
            <a:off x="3734594" y="50585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rot="5400000" flipH="1" flipV="1">
            <a:off x="4190206" y="50585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rot="5400000" flipH="1" flipV="1">
            <a:off x="4647406" y="50585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rot="5400000">
            <a:off x="3885406" y="51347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2438400" y="54102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3048000" y="54102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77"/>
          <p:cNvGrpSpPr/>
          <p:nvPr/>
        </p:nvGrpSpPr>
        <p:grpSpPr>
          <a:xfrm>
            <a:off x="3733800" y="5410200"/>
            <a:ext cx="1447800" cy="381000"/>
            <a:chOff x="6019800" y="2895600"/>
            <a:chExt cx="1828800" cy="533400"/>
          </a:xfrm>
        </p:grpSpPr>
        <p:sp>
          <p:nvSpPr>
            <p:cNvPr id="79" name="Rectangle 78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2" name="Straight Arrow Connector 81"/>
          <p:cNvCxnSpPr/>
          <p:nvPr/>
        </p:nvCxnSpPr>
        <p:spPr>
          <a:xfrm rot="5400000" flipH="1" flipV="1">
            <a:off x="2439194" y="5561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rot="5400000">
            <a:off x="2591594" y="5561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rot="5400000" flipH="1" flipV="1">
            <a:off x="3048000" y="5561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 rot="5400000">
            <a:off x="3199606" y="5561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rot="5400000" flipH="1" flipV="1">
            <a:off x="3734594" y="5561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rot="5400000" flipH="1" flipV="1">
            <a:off x="4190206" y="5561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rot="5400000" flipH="1" flipV="1">
            <a:off x="4647406" y="5561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rot="5400000">
            <a:off x="3886994" y="5638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 rot="5400000">
            <a:off x="4344194" y="5638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2438400" y="58674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3048000" y="58674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92"/>
          <p:cNvGrpSpPr/>
          <p:nvPr/>
        </p:nvGrpSpPr>
        <p:grpSpPr>
          <a:xfrm>
            <a:off x="3733800" y="5867400"/>
            <a:ext cx="1447800" cy="381000"/>
            <a:chOff x="6019800" y="2895600"/>
            <a:chExt cx="1828800" cy="533400"/>
          </a:xfrm>
        </p:grpSpPr>
        <p:sp>
          <p:nvSpPr>
            <p:cNvPr id="94" name="Rectangle 93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7" name="Straight Arrow Connector 96"/>
          <p:cNvCxnSpPr/>
          <p:nvPr/>
        </p:nvCxnSpPr>
        <p:spPr>
          <a:xfrm rot="5400000" flipH="1" flipV="1">
            <a:off x="2439194" y="6019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/>
          <p:nvPr/>
        </p:nvCxnSpPr>
        <p:spPr>
          <a:xfrm rot="5400000">
            <a:off x="2591594" y="6019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 rot="5400000" flipH="1" flipV="1">
            <a:off x="3048000" y="6019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 rot="5400000">
            <a:off x="3199606" y="6019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 rot="5400000" flipH="1" flipV="1">
            <a:off x="3734594" y="6019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/>
          <p:nvPr/>
        </p:nvCxnSpPr>
        <p:spPr>
          <a:xfrm rot="5400000" flipH="1" flipV="1">
            <a:off x="4190206" y="6019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 rot="5400000" flipH="1" flipV="1">
            <a:off x="4647406" y="6019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 rot="5400000">
            <a:off x="3886994" y="6095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 rot="5400000">
            <a:off x="4344194" y="6095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 rot="5400000">
            <a:off x="4799806" y="6095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>
                      <p:stCondLst>
                        <p:cond delay="indefinite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indefinite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>
                      <p:stCondLst>
                        <p:cond delay="indefinite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indefinite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9" fill="hold">
                      <p:stCondLst>
                        <p:cond delay="indefinite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0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1" fill="hold">
                      <p:stCondLst>
                        <p:cond delay="indefinite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>
                      <p:stCondLst>
                        <p:cond delay="indefinite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1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2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fill="hold">
                      <p:stCondLst>
                        <p:cond delay="indefinite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9" fill="hold">
                      <p:stCondLst>
                        <p:cond delay="indefinite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5" fill="hold">
                      <p:stCondLst>
                        <p:cond delay="indefinite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9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0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1" fill="hold">
                      <p:stCondLst>
                        <p:cond delay="indefinite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6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7" grpId="0" animBg="1"/>
      <p:bldP spid="14" grpId="0" animBg="1"/>
      <p:bldP spid="15" grpId="0" animBg="1"/>
      <p:bldP spid="19" grpId="0" animBg="1"/>
      <p:bldP spid="20" grpId="0" animBg="1"/>
      <p:bldP spid="25" grpId="0" animBg="1"/>
      <p:bldP spid="26" grpId="0" animBg="1"/>
      <p:bldP spid="36" grpId="0" animBg="1"/>
      <p:bldP spid="37" grpId="0" animBg="1"/>
      <p:bldP spid="49" grpId="0" animBg="1"/>
      <p:bldP spid="50" grpId="0" animBg="1"/>
      <p:bldP spid="62" grpId="0" animBg="1"/>
      <p:bldP spid="63" grpId="0" animBg="1"/>
      <p:bldP spid="76" grpId="0" animBg="1"/>
      <p:bldP spid="77" grpId="0" animBg="1"/>
      <p:bldP spid="91" grpId="0" animBg="1"/>
      <p:bldP spid="9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228600"/>
            <a:ext cx="8991600" cy="6400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600" dirty="0" smtClean="0"/>
              <a:t>元素符号</a:t>
            </a:r>
            <a:r>
              <a:rPr lang="en-US" altLang="zh-CN" sz="2600" dirty="0" smtClean="0"/>
              <a:t>	</a:t>
            </a:r>
            <a:r>
              <a:rPr lang="zh-CN" altLang="en-US" sz="2600" dirty="0" smtClean="0"/>
              <a:t>轨域表示式</a:t>
            </a:r>
            <a:r>
              <a:rPr lang="en-US" altLang="zh-CN" sz="2600" dirty="0" smtClean="0"/>
              <a:t>				</a:t>
            </a:r>
            <a:r>
              <a:rPr lang="zh-CN" altLang="en-US" sz="2600" dirty="0" smtClean="0"/>
              <a:t>电子排布式</a:t>
            </a:r>
            <a:endParaRPr lang="en-US" altLang="zh-CN" sz="2600" dirty="0" smtClean="0"/>
          </a:p>
          <a:p>
            <a:pPr>
              <a:buNone/>
            </a:pPr>
            <a:r>
              <a:rPr lang="en-US" altLang="zh-CN" sz="2600" dirty="0" smtClean="0"/>
              <a:t>Na							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3s</a:t>
            </a:r>
            <a:r>
              <a:rPr lang="en-US" altLang="zh-CN" sz="2600" baseline="30000" dirty="0" smtClean="0"/>
              <a:t>1</a:t>
            </a:r>
            <a:r>
              <a:rPr lang="en-US" altLang="zh-CN" sz="2600" dirty="0" smtClean="0"/>
              <a:t> </a:t>
            </a:r>
          </a:p>
          <a:p>
            <a:pPr>
              <a:buNone/>
            </a:pPr>
            <a:r>
              <a:rPr lang="en-US" altLang="zh-CN" sz="2600" dirty="0" smtClean="0"/>
              <a:t>Mg							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3s</a:t>
            </a:r>
            <a:r>
              <a:rPr lang="en-US" altLang="zh-CN" sz="2600" baseline="30000" dirty="0" smtClean="0"/>
              <a:t>2</a:t>
            </a:r>
            <a:endParaRPr lang="en-US" altLang="zh-CN" sz="2600" dirty="0" smtClean="0"/>
          </a:p>
          <a:p>
            <a:pPr>
              <a:buNone/>
            </a:pPr>
            <a:r>
              <a:rPr lang="en-US" altLang="zh-CN" sz="2600" dirty="0" smtClean="0"/>
              <a:t>Al								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3p</a:t>
            </a:r>
            <a:r>
              <a:rPr lang="en-US" altLang="zh-CN" sz="2600" baseline="30000" dirty="0" smtClean="0"/>
              <a:t>1</a:t>
            </a:r>
            <a:endParaRPr lang="en-US" altLang="zh-CN" sz="2600" dirty="0" smtClean="0"/>
          </a:p>
          <a:p>
            <a:pPr>
              <a:buNone/>
            </a:pPr>
            <a:r>
              <a:rPr lang="en-US" altLang="zh-CN" sz="2600" dirty="0" smtClean="0"/>
              <a:t>Si								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3p</a:t>
            </a:r>
            <a:r>
              <a:rPr lang="en-US" altLang="zh-CN" sz="2600" baseline="30000" dirty="0" smtClean="0"/>
              <a:t>2</a:t>
            </a:r>
            <a:endParaRPr lang="en-US" altLang="zh-CN" sz="2600" dirty="0" smtClean="0"/>
          </a:p>
          <a:p>
            <a:pPr>
              <a:buNone/>
            </a:pPr>
            <a:r>
              <a:rPr lang="en-US" altLang="zh-CN" sz="2600" dirty="0" smtClean="0"/>
              <a:t>P								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3p</a:t>
            </a:r>
            <a:r>
              <a:rPr lang="en-US" altLang="zh-CN" sz="2600" baseline="30000" dirty="0" smtClean="0"/>
              <a:t>3</a:t>
            </a:r>
            <a:endParaRPr lang="en-US" altLang="zh-CN" sz="2600" dirty="0" smtClean="0"/>
          </a:p>
          <a:p>
            <a:pPr>
              <a:buNone/>
            </a:pPr>
            <a:r>
              <a:rPr lang="en-US" altLang="zh-CN" sz="2600" dirty="0" smtClean="0"/>
              <a:t>S								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3p</a:t>
            </a:r>
            <a:r>
              <a:rPr lang="en-US" altLang="zh-CN" sz="2600" baseline="30000" dirty="0" smtClean="0"/>
              <a:t>4</a:t>
            </a:r>
            <a:endParaRPr lang="en-US" altLang="zh-CN" sz="2600" dirty="0" smtClean="0"/>
          </a:p>
          <a:p>
            <a:pPr>
              <a:buNone/>
            </a:pPr>
            <a:r>
              <a:rPr lang="en-US" altLang="zh-CN" sz="2600" dirty="0" err="1" smtClean="0"/>
              <a:t>Cl</a:t>
            </a:r>
            <a:r>
              <a:rPr lang="en-US" altLang="zh-CN" sz="2600" dirty="0" smtClean="0"/>
              <a:t>								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3p</a:t>
            </a:r>
            <a:r>
              <a:rPr lang="en-US" altLang="zh-CN" sz="2600" baseline="30000" dirty="0" smtClean="0"/>
              <a:t>5</a:t>
            </a:r>
            <a:endParaRPr lang="en-US" altLang="zh-CN" sz="2600" dirty="0" smtClean="0"/>
          </a:p>
          <a:p>
            <a:pPr>
              <a:buNone/>
            </a:pPr>
            <a:r>
              <a:rPr lang="en-US" altLang="zh-CN" sz="2600" dirty="0" err="1" smtClean="0"/>
              <a:t>Ar</a:t>
            </a:r>
            <a:r>
              <a:rPr lang="en-US" altLang="zh-CN" sz="2600" dirty="0" smtClean="0"/>
              <a:t>								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3p</a:t>
            </a:r>
            <a:r>
              <a:rPr lang="en-US" altLang="zh-CN" sz="2600" baseline="30000" dirty="0" smtClean="0"/>
              <a:t>6</a:t>
            </a:r>
            <a:endParaRPr lang="en-US" altLang="zh-CN" sz="2600" dirty="0" smtClean="0"/>
          </a:p>
          <a:p>
            <a:pPr>
              <a:buNone/>
            </a:pPr>
            <a:r>
              <a:rPr lang="en-US" altLang="zh-CN" sz="2600" dirty="0" smtClean="0"/>
              <a:t>K	</a:t>
            </a:r>
            <a:r>
              <a:rPr lang="en-US" altLang="zh-CN" sz="2600" dirty="0" smtClean="0"/>
              <a:t>						     </a:t>
            </a:r>
          </a:p>
          <a:p>
            <a:pPr>
              <a:buNone/>
            </a:pPr>
            <a:r>
              <a:rPr lang="en-US" altLang="zh-CN" sz="2600" dirty="0" smtClean="0"/>
              <a:t>							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3s</a:t>
            </a:r>
            <a:r>
              <a:rPr lang="en-US" altLang="zh-CN" sz="2600" baseline="30000" dirty="0"/>
              <a:t>2</a:t>
            </a:r>
            <a:r>
              <a:rPr lang="en-US" altLang="zh-CN" sz="2600" dirty="0" smtClean="0"/>
              <a:t> 3p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4s</a:t>
            </a:r>
            <a:r>
              <a:rPr lang="en-US" altLang="zh-CN" sz="2600" baseline="30000" dirty="0" smtClean="0"/>
              <a:t>1</a:t>
            </a:r>
            <a:endParaRPr lang="en-US" altLang="zh-CN" sz="2600" dirty="0" smtClean="0"/>
          </a:p>
          <a:p>
            <a:pPr>
              <a:buNone/>
            </a:pPr>
            <a:r>
              <a:rPr lang="en-US" altLang="zh-CN" sz="2600" dirty="0" smtClean="0"/>
              <a:t>Ca							</a:t>
            </a:r>
          </a:p>
          <a:p>
            <a:pPr>
              <a:buNone/>
            </a:pPr>
            <a:r>
              <a:rPr lang="en-US" altLang="zh-CN" sz="2600" dirty="0" smtClean="0"/>
              <a:t>							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3s</a:t>
            </a:r>
            <a:r>
              <a:rPr lang="en-US" altLang="zh-CN" sz="2600" baseline="30000" dirty="0"/>
              <a:t>2</a:t>
            </a:r>
            <a:r>
              <a:rPr lang="en-US" altLang="zh-CN" sz="2600" dirty="0" smtClean="0"/>
              <a:t> 3p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4s</a:t>
            </a:r>
            <a:r>
              <a:rPr lang="en-US" altLang="zh-CN" sz="2600" baseline="30000" dirty="0" smtClean="0"/>
              <a:t>2</a:t>
            </a:r>
            <a:endParaRPr lang="en-US" altLang="zh-CN" sz="2600" dirty="0" smtClean="0"/>
          </a:p>
          <a:p>
            <a:pPr>
              <a:buNone/>
            </a:pPr>
            <a:endParaRPr lang="en-US" altLang="zh-CN" sz="2600" dirty="0" smtClean="0"/>
          </a:p>
          <a:p>
            <a:pPr>
              <a:buNone/>
            </a:pPr>
            <a:endParaRPr lang="en-US" sz="2600" dirty="0"/>
          </a:p>
        </p:txBody>
      </p:sp>
      <p:sp>
        <p:nvSpPr>
          <p:cNvPr id="4" name="Rectangle 3"/>
          <p:cNvSpPr/>
          <p:nvPr/>
        </p:nvSpPr>
        <p:spPr>
          <a:xfrm>
            <a:off x="1371600" y="7620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981200" y="7620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5"/>
          <p:cNvGrpSpPr/>
          <p:nvPr/>
        </p:nvGrpSpPr>
        <p:grpSpPr>
          <a:xfrm>
            <a:off x="2667000" y="762000"/>
            <a:ext cx="1447800" cy="381000"/>
            <a:chOff x="6019800" y="2895600"/>
            <a:chExt cx="1828800" cy="533400"/>
          </a:xfrm>
        </p:grpSpPr>
        <p:sp>
          <p:nvSpPr>
            <p:cNvPr id="7" name="Rectangle 6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/>
          <p:cNvSpPr/>
          <p:nvPr/>
        </p:nvSpPr>
        <p:spPr>
          <a:xfrm>
            <a:off x="4343400" y="7620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rot="5400000" flipH="1" flipV="1">
            <a:off x="1372394" y="91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5400000">
            <a:off x="1524794" y="91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5400000" flipH="1" flipV="1">
            <a:off x="1981200" y="91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5400000">
            <a:off x="2132806" y="91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5400000" flipH="1" flipV="1">
            <a:off x="2667794" y="91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5400000" flipH="1" flipV="1">
            <a:off x="3123406" y="91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5400000" flipH="1" flipV="1">
            <a:off x="3580606" y="91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rot="5400000">
            <a:off x="2820194" y="989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5400000">
            <a:off x="3277394" y="989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5400000">
            <a:off x="3733006" y="989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rot="5400000" flipH="1" flipV="1">
            <a:off x="4342606" y="91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371600" y="12192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981200" y="12192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23"/>
          <p:cNvGrpSpPr/>
          <p:nvPr/>
        </p:nvGrpSpPr>
        <p:grpSpPr>
          <a:xfrm>
            <a:off x="2667000" y="1219200"/>
            <a:ext cx="1447800" cy="381000"/>
            <a:chOff x="6019800" y="2895600"/>
            <a:chExt cx="1828800" cy="533400"/>
          </a:xfrm>
        </p:grpSpPr>
        <p:sp>
          <p:nvSpPr>
            <p:cNvPr id="25" name="Rectangle 24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/>
          <p:cNvSpPr/>
          <p:nvPr/>
        </p:nvSpPr>
        <p:spPr>
          <a:xfrm>
            <a:off x="4343400" y="12192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/>
          <p:cNvCxnSpPr/>
          <p:nvPr/>
        </p:nvCxnSpPr>
        <p:spPr>
          <a:xfrm rot="5400000" flipH="1" flipV="1">
            <a:off x="1372394" y="1370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5400000">
            <a:off x="1524794" y="1370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rot="5400000" flipH="1" flipV="1">
            <a:off x="1981200" y="1370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rot="5400000">
            <a:off x="2132806" y="1370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5400000" flipH="1" flipV="1">
            <a:off x="2667794" y="1370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rot="5400000" flipH="1" flipV="1">
            <a:off x="3123406" y="1370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rot="5400000" flipH="1" flipV="1">
            <a:off x="3580606" y="1370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5400000">
            <a:off x="2820194" y="1370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rot="5400000">
            <a:off x="3277394" y="1370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rot="5400000">
            <a:off x="3733006" y="1370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rot="5400000" flipH="1" flipV="1">
            <a:off x="4344194" y="1370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rot="5400000">
            <a:off x="4495006" y="1370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371600" y="17526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1981200" y="17526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42"/>
          <p:cNvGrpSpPr/>
          <p:nvPr/>
        </p:nvGrpSpPr>
        <p:grpSpPr>
          <a:xfrm>
            <a:off x="2667000" y="1752600"/>
            <a:ext cx="1447800" cy="381000"/>
            <a:chOff x="6019800" y="2895600"/>
            <a:chExt cx="1828800" cy="533400"/>
          </a:xfrm>
        </p:grpSpPr>
        <p:sp>
          <p:nvSpPr>
            <p:cNvPr id="44" name="Rectangle 43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Rectangle 46"/>
          <p:cNvSpPr/>
          <p:nvPr/>
        </p:nvSpPr>
        <p:spPr>
          <a:xfrm>
            <a:off x="4343400" y="17526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4" name="Group 47"/>
          <p:cNvGrpSpPr/>
          <p:nvPr/>
        </p:nvGrpSpPr>
        <p:grpSpPr>
          <a:xfrm>
            <a:off x="4953000" y="1752600"/>
            <a:ext cx="1447800" cy="381000"/>
            <a:chOff x="6019800" y="2895600"/>
            <a:chExt cx="1828800" cy="533400"/>
          </a:xfrm>
        </p:grpSpPr>
        <p:sp>
          <p:nvSpPr>
            <p:cNvPr id="49" name="Rectangle 48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2" name="Straight Arrow Connector 51"/>
          <p:cNvCxnSpPr/>
          <p:nvPr/>
        </p:nvCxnSpPr>
        <p:spPr>
          <a:xfrm rot="5400000" flipH="1" flipV="1">
            <a:off x="1372394" y="190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rot="5400000">
            <a:off x="1524794" y="190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rot="5400000" flipH="1" flipV="1">
            <a:off x="1981200" y="190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rot="5400000">
            <a:off x="2132806" y="190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rot="5400000" flipH="1" flipV="1">
            <a:off x="2667794" y="190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rot="5400000" flipH="1" flipV="1">
            <a:off x="3123406" y="190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rot="5400000" flipH="1" flipV="1">
            <a:off x="3580606" y="190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5400000">
            <a:off x="2820194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rot="5400000">
            <a:off x="3277394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rot="5400000">
            <a:off x="3733006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rot="5400000" flipH="1" flipV="1">
            <a:off x="4344194" y="190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rot="5400000">
            <a:off x="4495006" y="190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rot="5400000" flipH="1" flipV="1">
            <a:off x="4953794" y="190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1371600" y="22098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1981200" y="22098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0" name="Group 66"/>
          <p:cNvGrpSpPr/>
          <p:nvPr/>
        </p:nvGrpSpPr>
        <p:grpSpPr>
          <a:xfrm>
            <a:off x="2667000" y="2209800"/>
            <a:ext cx="1447800" cy="381000"/>
            <a:chOff x="6019800" y="2895600"/>
            <a:chExt cx="1828800" cy="533400"/>
          </a:xfrm>
        </p:grpSpPr>
        <p:sp>
          <p:nvSpPr>
            <p:cNvPr id="68" name="Rectangle 67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" name="Rectangle 70"/>
          <p:cNvSpPr/>
          <p:nvPr/>
        </p:nvSpPr>
        <p:spPr>
          <a:xfrm>
            <a:off x="4343400" y="22098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5" name="Group 71"/>
          <p:cNvGrpSpPr/>
          <p:nvPr/>
        </p:nvGrpSpPr>
        <p:grpSpPr>
          <a:xfrm>
            <a:off x="4953000" y="2209800"/>
            <a:ext cx="1447800" cy="381000"/>
            <a:chOff x="6019800" y="2895600"/>
            <a:chExt cx="1828800" cy="533400"/>
          </a:xfrm>
        </p:grpSpPr>
        <p:sp>
          <p:nvSpPr>
            <p:cNvPr id="73" name="Rectangle 72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4" name="Straight Arrow Connector 83"/>
          <p:cNvCxnSpPr/>
          <p:nvPr/>
        </p:nvCxnSpPr>
        <p:spPr>
          <a:xfrm rot="5400000" flipH="1" flipV="1">
            <a:off x="1372394" y="2361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 rot="5400000">
            <a:off x="1524794" y="2361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rot="5400000" flipH="1" flipV="1">
            <a:off x="1981200" y="2361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rot="5400000">
            <a:off x="2132806" y="2361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rot="5400000" flipH="1" flipV="1">
            <a:off x="2667794" y="2361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rot="5400000" flipH="1" flipV="1">
            <a:off x="3123406" y="2361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 rot="5400000" flipH="1" flipV="1">
            <a:off x="3580606" y="2361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 rot="5400000">
            <a:off x="2820194" y="2361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 rot="5400000">
            <a:off x="3277394" y="2361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 rot="5400000">
            <a:off x="3733006" y="2361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/>
          <p:nvPr/>
        </p:nvCxnSpPr>
        <p:spPr>
          <a:xfrm rot="5400000" flipH="1" flipV="1">
            <a:off x="4344194" y="2361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 rot="5400000">
            <a:off x="4495006" y="2361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rot="5400000" flipH="1" flipV="1">
            <a:off x="4953794" y="2361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 rot="5400000" flipH="1" flipV="1">
            <a:off x="5409406" y="2361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1371600" y="26670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1981200" y="26670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99"/>
          <p:cNvGrpSpPr/>
          <p:nvPr/>
        </p:nvGrpSpPr>
        <p:grpSpPr>
          <a:xfrm>
            <a:off x="2667000" y="2667000"/>
            <a:ext cx="1447800" cy="381000"/>
            <a:chOff x="6019800" y="2895600"/>
            <a:chExt cx="1828800" cy="533400"/>
          </a:xfrm>
        </p:grpSpPr>
        <p:sp>
          <p:nvSpPr>
            <p:cNvPr id="101" name="Rectangle 100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" name="Rectangle 103"/>
          <p:cNvSpPr/>
          <p:nvPr/>
        </p:nvSpPr>
        <p:spPr>
          <a:xfrm>
            <a:off x="4343400" y="26670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104"/>
          <p:cNvGrpSpPr/>
          <p:nvPr/>
        </p:nvGrpSpPr>
        <p:grpSpPr>
          <a:xfrm>
            <a:off x="4953000" y="2667000"/>
            <a:ext cx="1447800" cy="381000"/>
            <a:chOff x="6019800" y="2895600"/>
            <a:chExt cx="1828800" cy="533400"/>
          </a:xfrm>
        </p:grpSpPr>
        <p:sp>
          <p:nvSpPr>
            <p:cNvPr id="106" name="Rectangle 105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7" name="Straight Arrow Connector 116"/>
          <p:cNvCxnSpPr/>
          <p:nvPr/>
        </p:nvCxnSpPr>
        <p:spPr>
          <a:xfrm rot="5400000" flipH="1" flipV="1">
            <a:off x="1372394" y="2818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/>
          <p:nvPr/>
        </p:nvCxnSpPr>
        <p:spPr>
          <a:xfrm rot="5400000">
            <a:off x="1524794" y="2818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/>
          <p:nvPr/>
        </p:nvCxnSpPr>
        <p:spPr>
          <a:xfrm rot="5400000" flipH="1" flipV="1">
            <a:off x="1981200" y="2818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/>
          <p:nvPr/>
        </p:nvCxnSpPr>
        <p:spPr>
          <a:xfrm rot="5400000">
            <a:off x="2132806" y="2818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/>
          <p:nvPr/>
        </p:nvCxnSpPr>
        <p:spPr>
          <a:xfrm rot="5400000" flipH="1" flipV="1">
            <a:off x="2667794" y="2818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/>
          <p:nvPr/>
        </p:nvCxnSpPr>
        <p:spPr>
          <a:xfrm rot="5400000" flipH="1" flipV="1">
            <a:off x="3123406" y="2818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/>
          <p:nvPr/>
        </p:nvCxnSpPr>
        <p:spPr>
          <a:xfrm rot="5400000" flipH="1" flipV="1">
            <a:off x="3580606" y="2818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rot="5400000">
            <a:off x="2820194" y="2818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 rot="5400000">
            <a:off x="3277394" y="2818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/>
          <p:nvPr/>
        </p:nvCxnSpPr>
        <p:spPr>
          <a:xfrm rot="5400000">
            <a:off x="3733006" y="2818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/>
          <p:nvPr/>
        </p:nvCxnSpPr>
        <p:spPr>
          <a:xfrm rot="5400000" flipH="1" flipV="1">
            <a:off x="4344194" y="2818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/>
          <p:nvPr/>
        </p:nvCxnSpPr>
        <p:spPr>
          <a:xfrm rot="5400000">
            <a:off x="4495006" y="2818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/>
          <p:nvPr/>
        </p:nvCxnSpPr>
        <p:spPr>
          <a:xfrm rot="5400000" flipH="1" flipV="1">
            <a:off x="4953794" y="2818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/>
          <p:nvPr/>
        </p:nvCxnSpPr>
        <p:spPr>
          <a:xfrm rot="5400000" flipH="1" flipV="1">
            <a:off x="5409406" y="2818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/>
          <p:nvPr/>
        </p:nvCxnSpPr>
        <p:spPr>
          <a:xfrm rot="5400000" flipH="1" flipV="1">
            <a:off x="5942806" y="2818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131"/>
          <p:cNvSpPr/>
          <p:nvPr/>
        </p:nvSpPr>
        <p:spPr>
          <a:xfrm>
            <a:off x="1371600" y="31242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1981200" y="31242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0" name="Group 133"/>
          <p:cNvGrpSpPr/>
          <p:nvPr/>
        </p:nvGrpSpPr>
        <p:grpSpPr>
          <a:xfrm>
            <a:off x="2667000" y="3124200"/>
            <a:ext cx="1447800" cy="381000"/>
            <a:chOff x="6019800" y="2895600"/>
            <a:chExt cx="1828800" cy="533400"/>
          </a:xfrm>
        </p:grpSpPr>
        <p:sp>
          <p:nvSpPr>
            <p:cNvPr id="135" name="Rectangle 134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8" name="Rectangle 137"/>
          <p:cNvSpPr/>
          <p:nvPr/>
        </p:nvSpPr>
        <p:spPr>
          <a:xfrm>
            <a:off x="4343400" y="31242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1" name="Group 138"/>
          <p:cNvGrpSpPr/>
          <p:nvPr/>
        </p:nvGrpSpPr>
        <p:grpSpPr>
          <a:xfrm>
            <a:off x="4953000" y="3124200"/>
            <a:ext cx="1447800" cy="381000"/>
            <a:chOff x="6019800" y="2895600"/>
            <a:chExt cx="1828800" cy="533400"/>
          </a:xfrm>
        </p:grpSpPr>
        <p:sp>
          <p:nvSpPr>
            <p:cNvPr id="140" name="Rectangle 139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3" name="Straight Arrow Connector 142"/>
          <p:cNvCxnSpPr/>
          <p:nvPr/>
        </p:nvCxnSpPr>
        <p:spPr>
          <a:xfrm rot="5400000" flipH="1" flipV="1">
            <a:off x="1372394" y="3352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/>
          <p:nvPr/>
        </p:nvCxnSpPr>
        <p:spPr>
          <a:xfrm rot="5400000">
            <a:off x="1524794" y="3352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/>
          <p:nvPr/>
        </p:nvCxnSpPr>
        <p:spPr>
          <a:xfrm rot="5400000" flipH="1" flipV="1">
            <a:off x="1981200" y="3352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/>
          <p:cNvCxnSpPr/>
          <p:nvPr/>
        </p:nvCxnSpPr>
        <p:spPr>
          <a:xfrm rot="5400000">
            <a:off x="2132806" y="3352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/>
          <p:cNvCxnSpPr/>
          <p:nvPr/>
        </p:nvCxnSpPr>
        <p:spPr>
          <a:xfrm rot="5400000" flipH="1" flipV="1">
            <a:off x="2667794" y="3352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 rot="5400000" flipH="1" flipV="1">
            <a:off x="3123406" y="3352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 rot="5400000" flipH="1" flipV="1">
            <a:off x="3580606" y="3352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 rot="5400000">
            <a:off x="2820194" y="3352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 rot="5400000">
            <a:off x="3277394" y="3352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 rot="5400000">
            <a:off x="3733006" y="3352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 rot="5400000" flipH="1" flipV="1">
            <a:off x="4344194" y="3352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 rot="5400000">
            <a:off x="4495006" y="3352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 rot="5400000" flipH="1" flipV="1">
            <a:off x="4953794" y="3352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 rot="5400000" flipH="1" flipV="1">
            <a:off x="5409406" y="3352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rot="5400000" flipH="1" flipV="1">
            <a:off x="5942806" y="3352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 rot="5400000">
            <a:off x="5104606" y="3352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 159"/>
          <p:cNvSpPr/>
          <p:nvPr/>
        </p:nvSpPr>
        <p:spPr>
          <a:xfrm>
            <a:off x="1371600" y="36576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/>
          <p:cNvSpPr/>
          <p:nvPr/>
        </p:nvSpPr>
        <p:spPr>
          <a:xfrm>
            <a:off x="1981200" y="36576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2" name="Group 161"/>
          <p:cNvGrpSpPr/>
          <p:nvPr/>
        </p:nvGrpSpPr>
        <p:grpSpPr>
          <a:xfrm>
            <a:off x="2667000" y="3657600"/>
            <a:ext cx="1447800" cy="381000"/>
            <a:chOff x="6019800" y="2895600"/>
            <a:chExt cx="1828800" cy="533400"/>
          </a:xfrm>
        </p:grpSpPr>
        <p:sp>
          <p:nvSpPr>
            <p:cNvPr id="163" name="Rectangle 162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6" name="Rectangle 165"/>
          <p:cNvSpPr/>
          <p:nvPr/>
        </p:nvSpPr>
        <p:spPr>
          <a:xfrm>
            <a:off x="4343400" y="36576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3" name="Group 166"/>
          <p:cNvGrpSpPr/>
          <p:nvPr/>
        </p:nvGrpSpPr>
        <p:grpSpPr>
          <a:xfrm>
            <a:off x="4953000" y="3657600"/>
            <a:ext cx="1447800" cy="381000"/>
            <a:chOff x="6019800" y="2895600"/>
            <a:chExt cx="1828800" cy="533400"/>
          </a:xfrm>
        </p:grpSpPr>
        <p:sp>
          <p:nvSpPr>
            <p:cNvPr id="168" name="Rectangle 167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71" name="Straight Arrow Connector 170"/>
          <p:cNvCxnSpPr/>
          <p:nvPr/>
        </p:nvCxnSpPr>
        <p:spPr>
          <a:xfrm rot="5400000" flipH="1" flipV="1">
            <a:off x="1372394" y="3885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/>
          <p:nvPr/>
        </p:nvCxnSpPr>
        <p:spPr>
          <a:xfrm rot="5400000">
            <a:off x="1524794" y="3885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/>
          <p:cNvCxnSpPr/>
          <p:nvPr/>
        </p:nvCxnSpPr>
        <p:spPr>
          <a:xfrm rot="5400000" flipH="1" flipV="1">
            <a:off x="1981200" y="3885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/>
          <p:cNvCxnSpPr/>
          <p:nvPr/>
        </p:nvCxnSpPr>
        <p:spPr>
          <a:xfrm rot="5400000">
            <a:off x="2132806" y="3885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/>
          <p:cNvCxnSpPr/>
          <p:nvPr/>
        </p:nvCxnSpPr>
        <p:spPr>
          <a:xfrm rot="5400000" flipH="1" flipV="1">
            <a:off x="2667794" y="3885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/>
          <p:cNvCxnSpPr/>
          <p:nvPr/>
        </p:nvCxnSpPr>
        <p:spPr>
          <a:xfrm rot="5400000" flipH="1" flipV="1">
            <a:off x="3123406" y="3885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/>
          <p:cNvCxnSpPr/>
          <p:nvPr/>
        </p:nvCxnSpPr>
        <p:spPr>
          <a:xfrm rot="5400000" flipH="1" flipV="1">
            <a:off x="3580606" y="3885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/>
          <p:cNvCxnSpPr/>
          <p:nvPr/>
        </p:nvCxnSpPr>
        <p:spPr>
          <a:xfrm rot="5400000">
            <a:off x="2820194" y="3885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/>
          <p:cNvCxnSpPr/>
          <p:nvPr/>
        </p:nvCxnSpPr>
        <p:spPr>
          <a:xfrm rot="5400000">
            <a:off x="3277394" y="3885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/>
          <p:cNvCxnSpPr/>
          <p:nvPr/>
        </p:nvCxnSpPr>
        <p:spPr>
          <a:xfrm rot="5400000">
            <a:off x="3733006" y="3885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/>
          <p:cNvCxnSpPr/>
          <p:nvPr/>
        </p:nvCxnSpPr>
        <p:spPr>
          <a:xfrm rot="5400000" flipH="1" flipV="1">
            <a:off x="4344194" y="3885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rot="5400000">
            <a:off x="4495006" y="3885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/>
          <p:cNvCxnSpPr/>
          <p:nvPr/>
        </p:nvCxnSpPr>
        <p:spPr>
          <a:xfrm rot="5400000" flipH="1" flipV="1">
            <a:off x="4953794" y="3885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/>
          <p:cNvCxnSpPr/>
          <p:nvPr/>
        </p:nvCxnSpPr>
        <p:spPr>
          <a:xfrm rot="5400000" flipH="1" flipV="1">
            <a:off x="5409406" y="3885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/>
          <p:cNvCxnSpPr/>
          <p:nvPr/>
        </p:nvCxnSpPr>
        <p:spPr>
          <a:xfrm rot="5400000" flipH="1" flipV="1">
            <a:off x="5942806" y="3885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/>
          <p:cNvCxnSpPr/>
          <p:nvPr/>
        </p:nvCxnSpPr>
        <p:spPr>
          <a:xfrm rot="5400000">
            <a:off x="5104606" y="3885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/>
          <p:nvPr/>
        </p:nvCxnSpPr>
        <p:spPr>
          <a:xfrm rot="5400000">
            <a:off x="5563394" y="3885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Rectangle 187"/>
          <p:cNvSpPr/>
          <p:nvPr/>
        </p:nvSpPr>
        <p:spPr>
          <a:xfrm>
            <a:off x="1371600" y="41148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ectangle 188"/>
          <p:cNvSpPr/>
          <p:nvPr/>
        </p:nvSpPr>
        <p:spPr>
          <a:xfrm>
            <a:off x="1981200" y="41148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4" name="Group 189"/>
          <p:cNvGrpSpPr/>
          <p:nvPr/>
        </p:nvGrpSpPr>
        <p:grpSpPr>
          <a:xfrm>
            <a:off x="2667000" y="4114800"/>
            <a:ext cx="1447800" cy="381000"/>
            <a:chOff x="6019800" y="2895600"/>
            <a:chExt cx="1828800" cy="533400"/>
          </a:xfrm>
        </p:grpSpPr>
        <p:sp>
          <p:nvSpPr>
            <p:cNvPr id="191" name="Rectangle 190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4" name="Rectangle 193"/>
          <p:cNvSpPr/>
          <p:nvPr/>
        </p:nvSpPr>
        <p:spPr>
          <a:xfrm>
            <a:off x="4343400" y="41148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5" name="Group 194"/>
          <p:cNvGrpSpPr/>
          <p:nvPr/>
        </p:nvGrpSpPr>
        <p:grpSpPr>
          <a:xfrm>
            <a:off x="4953000" y="4114800"/>
            <a:ext cx="1447800" cy="381000"/>
            <a:chOff x="6019800" y="2895600"/>
            <a:chExt cx="1828800" cy="533400"/>
          </a:xfrm>
        </p:grpSpPr>
        <p:sp>
          <p:nvSpPr>
            <p:cNvPr id="196" name="Rectangle 195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9" name="Straight Arrow Connector 198"/>
          <p:cNvCxnSpPr/>
          <p:nvPr/>
        </p:nvCxnSpPr>
        <p:spPr>
          <a:xfrm rot="5400000" flipH="1" flipV="1">
            <a:off x="1372394" y="4266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/>
          <p:cNvCxnSpPr/>
          <p:nvPr/>
        </p:nvCxnSpPr>
        <p:spPr>
          <a:xfrm rot="5400000">
            <a:off x="1524794" y="4266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/>
          <p:cNvCxnSpPr/>
          <p:nvPr/>
        </p:nvCxnSpPr>
        <p:spPr>
          <a:xfrm rot="5400000" flipH="1" flipV="1">
            <a:off x="1981200" y="4266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/>
          <p:cNvCxnSpPr/>
          <p:nvPr/>
        </p:nvCxnSpPr>
        <p:spPr>
          <a:xfrm rot="5400000">
            <a:off x="2132806" y="4266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/>
          <p:cNvCxnSpPr/>
          <p:nvPr/>
        </p:nvCxnSpPr>
        <p:spPr>
          <a:xfrm rot="5400000" flipH="1" flipV="1">
            <a:off x="2667794" y="4266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/>
          <p:cNvCxnSpPr/>
          <p:nvPr/>
        </p:nvCxnSpPr>
        <p:spPr>
          <a:xfrm rot="5400000" flipH="1" flipV="1">
            <a:off x="3123406" y="4266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/>
          <p:cNvCxnSpPr/>
          <p:nvPr/>
        </p:nvCxnSpPr>
        <p:spPr>
          <a:xfrm rot="5400000" flipH="1" flipV="1">
            <a:off x="3580606" y="4266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/>
          <p:cNvCxnSpPr/>
          <p:nvPr/>
        </p:nvCxnSpPr>
        <p:spPr>
          <a:xfrm rot="5400000">
            <a:off x="2820194" y="4266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/>
          <p:cNvCxnSpPr/>
          <p:nvPr/>
        </p:nvCxnSpPr>
        <p:spPr>
          <a:xfrm rot="5400000">
            <a:off x="3277394" y="4266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/>
          <p:cNvCxnSpPr/>
          <p:nvPr/>
        </p:nvCxnSpPr>
        <p:spPr>
          <a:xfrm rot="5400000">
            <a:off x="3733006" y="4266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/>
          <p:cNvCxnSpPr/>
          <p:nvPr/>
        </p:nvCxnSpPr>
        <p:spPr>
          <a:xfrm rot="5400000" flipH="1" flipV="1">
            <a:off x="4344194" y="4266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/>
          <p:cNvCxnSpPr/>
          <p:nvPr/>
        </p:nvCxnSpPr>
        <p:spPr>
          <a:xfrm rot="5400000">
            <a:off x="4495006" y="4266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/>
          <p:cNvCxnSpPr/>
          <p:nvPr/>
        </p:nvCxnSpPr>
        <p:spPr>
          <a:xfrm rot="5400000" flipH="1" flipV="1">
            <a:off x="4953794" y="4266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/>
          <p:cNvCxnSpPr/>
          <p:nvPr/>
        </p:nvCxnSpPr>
        <p:spPr>
          <a:xfrm rot="5400000" flipH="1" flipV="1">
            <a:off x="5409406" y="4266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/>
          <p:cNvCxnSpPr/>
          <p:nvPr/>
        </p:nvCxnSpPr>
        <p:spPr>
          <a:xfrm rot="5400000" flipH="1" flipV="1">
            <a:off x="5942806" y="4266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/>
          <p:cNvCxnSpPr/>
          <p:nvPr/>
        </p:nvCxnSpPr>
        <p:spPr>
          <a:xfrm rot="5400000">
            <a:off x="5104606" y="4266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/>
          <p:cNvCxnSpPr/>
          <p:nvPr/>
        </p:nvCxnSpPr>
        <p:spPr>
          <a:xfrm rot="5400000">
            <a:off x="5563394" y="4266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/>
          <p:cNvCxnSpPr/>
          <p:nvPr/>
        </p:nvCxnSpPr>
        <p:spPr>
          <a:xfrm rot="5400000">
            <a:off x="6095206" y="4266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Rectangle 216"/>
          <p:cNvSpPr/>
          <p:nvPr/>
        </p:nvSpPr>
        <p:spPr>
          <a:xfrm>
            <a:off x="1371600" y="45720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Rectangle 217"/>
          <p:cNvSpPr/>
          <p:nvPr/>
        </p:nvSpPr>
        <p:spPr>
          <a:xfrm>
            <a:off x="1981200" y="45720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6" name="Group 218"/>
          <p:cNvGrpSpPr/>
          <p:nvPr/>
        </p:nvGrpSpPr>
        <p:grpSpPr>
          <a:xfrm>
            <a:off x="2667000" y="4572000"/>
            <a:ext cx="1447800" cy="381000"/>
            <a:chOff x="6019800" y="2895600"/>
            <a:chExt cx="1828800" cy="533400"/>
          </a:xfrm>
        </p:grpSpPr>
        <p:sp>
          <p:nvSpPr>
            <p:cNvPr id="220" name="Rectangle 219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Rectangle 221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3" name="Rectangle 222"/>
          <p:cNvSpPr/>
          <p:nvPr/>
        </p:nvSpPr>
        <p:spPr>
          <a:xfrm>
            <a:off x="4343400" y="45720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7" name="Group 223"/>
          <p:cNvGrpSpPr/>
          <p:nvPr/>
        </p:nvGrpSpPr>
        <p:grpSpPr>
          <a:xfrm>
            <a:off x="4953000" y="4572000"/>
            <a:ext cx="1447800" cy="381000"/>
            <a:chOff x="6019800" y="2895600"/>
            <a:chExt cx="1828800" cy="533400"/>
          </a:xfrm>
        </p:grpSpPr>
        <p:sp>
          <p:nvSpPr>
            <p:cNvPr id="225" name="Rectangle 224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Rectangle 225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Rectangle 226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8" name="Rectangle 227"/>
          <p:cNvSpPr/>
          <p:nvPr/>
        </p:nvSpPr>
        <p:spPr>
          <a:xfrm>
            <a:off x="6553200" y="45720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9" name="Straight Arrow Connector 228"/>
          <p:cNvCxnSpPr/>
          <p:nvPr/>
        </p:nvCxnSpPr>
        <p:spPr>
          <a:xfrm rot="5400000" flipH="1" flipV="1">
            <a:off x="1372394" y="472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/>
          <p:cNvCxnSpPr/>
          <p:nvPr/>
        </p:nvCxnSpPr>
        <p:spPr>
          <a:xfrm rot="5400000">
            <a:off x="1524794" y="472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/>
          <p:cNvCxnSpPr/>
          <p:nvPr/>
        </p:nvCxnSpPr>
        <p:spPr>
          <a:xfrm rot="5400000" flipH="1" flipV="1">
            <a:off x="1981200" y="472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Arrow Connector 231"/>
          <p:cNvCxnSpPr/>
          <p:nvPr/>
        </p:nvCxnSpPr>
        <p:spPr>
          <a:xfrm rot="5400000">
            <a:off x="2132806" y="472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/>
          <p:cNvCxnSpPr/>
          <p:nvPr/>
        </p:nvCxnSpPr>
        <p:spPr>
          <a:xfrm rot="5400000" flipH="1" flipV="1">
            <a:off x="2667794" y="472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/>
          <p:cNvCxnSpPr/>
          <p:nvPr/>
        </p:nvCxnSpPr>
        <p:spPr>
          <a:xfrm rot="5400000" flipH="1" flipV="1">
            <a:off x="3123406" y="472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/>
          <p:cNvCxnSpPr/>
          <p:nvPr/>
        </p:nvCxnSpPr>
        <p:spPr>
          <a:xfrm rot="5400000" flipH="1" flipV="1">
            <a:off x="3580606" y="472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/>
          <p:cNvCxnSpPr/>
          <p:nvPr/>
        </p:nvCxnSpPr>
        <p:spPr>
          <a:xfrm rot="5400000">
            <a:off x="2820194" y="472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Arrow Connector 236"/>
          <p:cNvCxnSpPr/>
          <p:nvPr/>
        </p:nvCxnSpPr>
        <p:spPr>
          <a:xfrm rot="5400000">
            <a:off x="3277394" y="472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/>
          <p:cNvCxnSpPr/>
          <p:nvPr/>
        </p:nvCxnSpPr>
        <p:spPr>
          <a:xfrm rot="5400000">
            <a:off x="3733006" y="472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/>
          <p:cNvCxnSpPr/>
          <p:nvPr/>
        </p:nvCxnSpPr>
        <p:spPr>
          <a:xfrm rot="5400000" flipH="1" flipV="1">
            <a:off x="4344194" y="472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Arrow Connector 239"/>
          <p:cNvCxnSpPr/>
          <p:nvPr/>
        </p:nvCxnSpPr>
        <p:spPr>
          <a:xfrm rot="5400000">
            <a:off x="4495006" y="472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Arrow Connector 240"/>
          <p:cNvCxnSpPr/>
          <p:nvPr/>
        </p:nvCxnSpPr>
        <p:spPr>
          <a:xfrm rot="5400000" flipH="1" flipV="1">
            <a:off x="4953794" y="472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Arrow Connector 241"/>
          <p:cNvCxnSpPr/>
          <p:nvPr/>
        </p:nvCxnSpPr>
        <p:spPr>
          <a:xfrm rot="5400000" flipH="1" flipV="1">
            <a:off x="5409406" y="472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/>
          <p:cNvCxnSpPr/>
          <p:nvPr/>
        </p:nvCxnSpPr>
        <p:spPr>
          <a:xfrm rot="5400000" flipH="1" flipV="1">
            <a:off x="5942806" y="472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Arrow Connector 243"/>
          <p:cNvCxnSpPr/>
          <p:nvPr/>
        </p:nvCxnSpPr>
        <p:spPr>
          <a:xfrm rot="5400000">
            <a:off x="5104606" y="472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Arrow Connector 244"/>
          <p:cNvCxnSpPr/>
          <p:nvPr/>
        </p:nvCxnSpPr>
        <p:spPr>
          <a:xfrm rot="5400000">
            <a:off x="5563394" y="472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245"/>
          <p:cNvCxnSpPr/>
          <p:nvPr/>
        </p:nvCxnSpPr>
        <p:spPr>
          <a:xfrm rot="5400000">
            <a:off x="6095206" y="472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Arrow Connector 246"/>
          <p:cNvCxnSpPr/>
          <p:nvPr/>
        </p:nvCxnSpPr>
        <p:spPr>
          <a:xfrm rot="5400000" flipH="1" flipV="1">
            <a:off x="6552406" y="4723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Rectangle 247"/>
          <p:cNvSpPr/>
          <p:nvPr/>
        </p:nvSpPr>
        <p:spPr>
          <a:xfrm>
            <a:off x="1371600" y="55626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Rectangle 248"/>
          <p:cNvSpPr/>
          <p:nvPr/>
        </p:nvSpPr>
        <p:spPr>
          <a:xfrm>
            <a:off x="1981200" y="55626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249"/>
          <p:cNvGrpSpPr/>
          <p:nvPr/>
        </p:nvGrpSpPr>
        <p:grpSpPr>
          <a:xfrm>
            <a:off x="2667000" y="5562600"/>
            <a:ext cx="1447800" cy="381000"/>
            <a:chOff x="6019800" y="2895600"/>
            <a:chExt cx="1828800" cy="533400"/>
          </a:xfrm>
        </p:grpSpPr>
        <p:sp>
          <p:nvSpPr>
            <p:cNvPr id="251" name="Rectangle 250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 251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Rectangle 252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4" name="Rectangle 253"/>
          <p:cNvSpPr/>
          <p:nvPr/>
        </p:nvSpPr>
        <p:spPr>
          <a:xfrm>
            <a:off x="4343400" y="55626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254"/>
          <p:cNvGrpSpPr/>
          <p:nvPr/>
        </p:nvGrpSpPr>
        <p:grpSpPr>
          <a:xfrm>
            <a:off x="4953000" y="5562600"/>
            <a:ext cx="1447800" cy="381000"/>
            <a:chOff x="6019800" y="2895600"/>
            <a:chExt cx="1828800" cy="533400"/>
          </a:xfrm>
        </p:grpSpPr>
        <p:sp>
          <p:nvSpPr>
            <p:cNvPr id="256" name="Rectangle 255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 256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Rectangle 257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9" name="Rectangle 258"/>
          <p:cNvSpPr/>
          <p:nvPr/>
        </p:nvSpPr>
        <p:spPr>
          <a:xfrm>
            <a:off x="6553200" y="55626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0" name="Straight Arrow Connector 259"/>
          <p:cNvCxnSpPr/>
          <p:nvPr/>
        </p:nvCxnSpPr>
        <p:spPr>
          <a:xfrm rot="5400000" flipH="1" flipV="1">
            <a:off x="1372394" y="571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/>
          <p:nvPr/>
        </p:nvCxnSpPr>
        <p:spPr>
          <a:xfrm rot="5400000">
            <a:off x="1524794" y="571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261"/>
          <p:cNvCxnSpPr/>
          <p:nvPr/>
        </p:nvCxnSpPr>
        <p:spPr>
          <a:xfrm rot="5400000" flipH="1" flipV="1">
            <a:off x="1981200" y="571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262"/>
          <p:cNvCxnSpPr/>
          <p:nvPr/>
        </p:nvCxnSpPr>
        <p:spPr>
          <a:xfrm rot="5400000">
            <a:off x="2132806" y="571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/>
          <p:nvPr/>
        </p:nvCxnSpPr>
        <p:spPr>
          <a:xfrm rot="5400000" flipH="1" flipV="1">
            <a:off x="2667794" y="571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Arrow Connector 264"/>
          <p:cNvCxnSpPr/>
          <p:nvPr/>
        </p:nvCxnSpPr>
        <p:spPr>
          <a:xfrm rot="5400000" flipH="1" flipV="1">
            <a:off x="3123406" y="571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Arrow Connector 265"/>
          <p:cNvCxnSpPr/>
          <p:nvPr/>
        </p:nvCxnSpPr>
        <p:spPr>
          <a:xfrm rot="5400000" flipH="1" flipV="1">
            <a:off x="3580606" y="571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/>
          <p:nvPr/>
        </p:nvCxnSpPr>
        <p:spPr>
          <a:xfrm rot="5400000">
            <a:off x="2820194" y="571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Arrow Connector 267"/>
          <p:cNvCxnSpPr/>
          <p:nvPr/>
        </p:nvCxnSpPr>
        <p:spPr>
          <a:xfrm rot="5400000">
            <a:off x="3277394" y="571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Arrow Connector 268"/>
          <p:cNvCxnSpPr/>
          <p:nvPr/>
        </p:nvCxnSpPr>
        <p:spPr>
          <a:xfrm rot="5400000">
            <a:off x="3733006" y="571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/>
          <p:nvPr/>
        </p:nvCxnSpPr>
        <p:spPr>
          <a:xfrm rot="5400000" flipH="1" flipV="1">
            <a:off x="4344194" y="571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Arrow Connector 270"/>
          <p:cNvCxnSpPr/>
          <p:nvPr/>
        </p:nvCxnSpPr>
        <p:spPr>
          <a:xfrm rot="5400000">
            <a:off x="4495006" y="571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Arrow Connector 271"/>
          <p:cNvCxnSpPr/>
          <p:nvPr/>
        </p:nvCxnSpPr>
        <p:spPr>
          <a:xfrm rot="5400000" flipH="1" flipV="1">
            <a:off x="4953794" y="571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/>
          <p:nvPr/>
        </p:nvCxnSpPr>
        <p:spPr>
          <a:xfrm rot="5400000" flipH="1" flipV="1">
            <a:off x="5409406" y="571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Arrow Connector 273"/>
          <p:cNvCxnSpPr/>
          <p:nvPr/>
        </p:nvCxnSpPr>
        <p:spPr>
          <a:xfrm rot="5400000" flipH="1" flipV="1">
            <a:off x="5942806" y="571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Arrow Connector 274"/>
          <p:cNvCxnSpPr/>
          <p:nvPr/>
        </p:nvCxnSpPr>
        <p:spPr>
          <a:xfrm rot="5400000">
            <a:off x="5104606" y="571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Arrow Connector 275"/>
          <p:cNvCxnSpPr/>
          <p:nvPr/>
        </p:nvCxnSpPr>
        <p:spPr>
          <a:xfrm rot="5400000">
            <a:off x="5563394" y="571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Arrow Connector 276"/>
          <p:cNvCxnSpPr/>
          <p:nvPr/>
        </p:nvCxnSpPr>
        <p:spPr>
          <a:xfrm rot="5400000">
            <a:off x="6095206" y="571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Arrow Connector 277"/>
          <p:cNvCxnSpPr/>
          <p:nvPr/>
        </p:nvCxnSpPr>
        <p:spPr>
          <a:xfrm rot="5400000" flipH="1" flipV="1">
            <a:off x="6552406" y="571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Arrow Connector 278"/>
          <p:cNvCxnSpPr/>
          <p:nvPr/>
        </p:nvCxnSpPr>
        <p:spPr>
          <a:xfrm rot="5400000">
            <a:off x="6704806" y="5714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9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0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>
                      <p:stCondLst>
                        <p:cond delay="indefinite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5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6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1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indefinite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5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>
                      <p:stCondLst>
                        <p:cond delay="indefinite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2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indefinite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9" fill="hold">
                      <p:stCondLst>
                        <p:cond delay="indefinite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3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4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0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1" fill="hold">
                      <p:stCondLst>
                        <p:cond delay="indefinite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5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6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>
                      <p:stCondLst>
                        <p:cond delay="indefinite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fill="hold">
                      <p:stCondLst>
                        <p:cond delay="indefinite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7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8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9" fill="hold">
                      <p:stCondLst>
                        <p:cond delay="indefinite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3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4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5" fill="hold">
                      <p:stCondLst>
                        <p:cond delay="indefinite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9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0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1" fill="hold">
                      <p:stCondLst>
                        <p:cond delay="indefinite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5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6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7" fill="hold">
                      <p:stCondLst>
                        <p:cond delay="indefinite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id="5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1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2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3" fill="hold">
                      <p:stCondLst>
                        <p:cond delay="indefinite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7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8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9" fill="hold">
                      <p:stCondLst>
                        <p:cond delay="indefinite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3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4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5" fill="hold">
                      <p:stCondLst>
                        <p:cond delay="indefinite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9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0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1" fill="hold">
                      <p:stCondLst>
                        <p:cond delay="indefinite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7" fill="hold">
                      <p:stCondLst>
                        <p:cond delay="indefinite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1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2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3" fill="hold">
                      <p:stCondLst>
                        <p:cond delay="indefinite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9" fill="hold">
                      <p:stCondLst>
                        <p:cond delay="indefinite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3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4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5" fill="hold">
                      <p:stCondLst>
                        <p:cond delay="indefinite"/>
                      </p:stCondLst>
                      <p:childTnLst>
                        <p:par>
                          <p:cTn id="586" fill="hold">
                            <p:stCondLst>
                              <p:cond delay="0"/>
                            </p:stCondLst>
                            <p:childTnLst>
                              <p:par>
                                <p:cTn id="5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9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0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1" fill="hold">
                      <p:stCondLst>
                        <p:cond delay="indefinite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5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6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7" fill="hold">
                      <p:stCondLst>
                        <p:cond delay="indefinite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1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2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3" fill="hold">
                      <p:stCondLst>
                        <p:cond delay="indefinite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7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8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9" fill="hold">
                      <p:stCondLst>
                        <p:cond delay="indefinite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3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4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5" fill="hold">
                      <p:stCondLst>
                        <p:cond delay="indefinite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0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1" fill="hold">
                      <p:stCondLst>
                        <p:cond delay="indefinite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5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6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7" fill="hold">
                      <p:stCondLst>
                        <p:cond delay="indefinite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1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2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3" fill="hold">
                      <p:stCondLst>
                        <p:cond delay="indefinite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7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8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9" fill="hold">
                      <p:stCondLst>
                        <p:cond delay="indefinite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3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4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5" fill="hold">
                      <p:stCondLst>
                        <p:cond delay="indefinite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9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0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1" fill="hold">
                      <p:stCondLst>
                        <p:cond delay="indefinite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5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6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7" fill="hold">
                      <p:stCondLst>
                        <p:cond delay="indefinite"/>
                      </p:stCondLst>
                      <p:childTnLst>
                        <p:par>
                          <p:cTn id="658" fill="hold">
                            <p:stCondLst>
                              <p:cond delay="0"/>
                            </p:stCondLst>
                            <p:childTnLst>
                              <p:par>
                                <p:cTn id="6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1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2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3" fill="hold">
                      <p:stCondLst>
                        <p:cond delay="indefinite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7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8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9" fill="hold">
                      <p:stCondLst>
                        <p:cond delay="indefinite"/>
                      </p:stCondLst>
                      <p:childTnLst>
                        <p:par>
                          <p:cTn id="670" fill="hold">
                            <p:stCondLst>
                              <p:cond delay="0"/>
                            </p:stCondLst>
                            <p:childTnLst>
                              <p:par>
                                <p:cTn id="6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3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4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5" fill="hold">
                      <p:stCondLst>
                        <p:cond delay="indefinite"/>
                      </p:stCondLst>
                      <p:childTnLst>
                        <p:par>
                          <p:cTn id="676" fill="hold">
                            <p:stCondLst>
                              <p:cond delay="0"/>
                            </p:stCondLst>
                            <p:childTnLst>
                              <p:par>
                                <p:cTn id="6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9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0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1" fill="hold">
                      <p:stCondLst>
                        <p:cond delay="indefinite"/>
                      </p:stCondLst>
                      <p:childTnLst>
                        <p:par>
                          <p:cTn id="682" fill="hold">
                            <p:stCondLst>
                              <p:cond delay="0"/>
                            </p:stCondLst>
                            <p:childTnLst>
                              <p:par>
                                <p:cTn id="6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5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6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7" fill="hold">
                      <p:stCondLst>
                        <p:cond delay="indefinite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1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2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3" fill="hold">
                      <p:stCondLst>
                        <p:cond delay="indefinite"/>
                      </p:stCondLst>
                      <p:childTnLst>
                        <p:par>
                          <p:cTn id="694" fill="hold">
                            <p:stCondLst>
                              <p:cond delay="0"/>
                            </p:stCondLst>
                            <p:childTnLst>
                              <p:par>
                                <p:cTn id="6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9" fill="hold">
                      <p:stCondLst>
                        <p:cond delay="indefinite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3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4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5" fill="hold">
                      <p:stCondLst>
                        <p:cond delay="indefinite"/>
                      </p:stCondLst>
                      <p:childTnLst>
                        <p:par>
                          <p:cTn id="706" fill="hold">
                            <p:stCondLst>
                              <p:cond delay="0"/>
                            </p:stCondLst>
                            <p:childTnLst>
                              <p:par>
                                <p:cTn id="7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9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0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1" fill="hold">
                      <p:stCondLst>
                        <p:cond delay="indefinite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id="7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5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6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7" fill="hold">
                      <p:stCondLst>
                        <p:cond delay="indefinite"/>
                      </p:stCondLst>
                      <p:childTnLst>
                        <p:par>
                          <p:cTn id="718" fill="hold">
                            <p:stCondLst>
                              <p:cond delay="0"/>
                            </p:stCondLst>
                            <p:childTnLst>
                              <p:par>
                                <p:cTn id="7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1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2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3" fill="hold">
                      <p:stCondLst>
                        <p:cond delay="indefinite"/>
                      </p:stCondLst>
                      <p:childTnLst>
                        <p:par>
                          <p:cTn id="724" fill="hold">
                            <p:stCondLst>
                              <p:cond delay="0"/>
                            </p:stCondLst>
                            <p:childTnLst>
                              <p:par>
                                <p:cTn id="7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7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8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9" fill="hold">
                      <p:stCondLst>
                        <p:cond delay="indefinite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id="7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3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4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5" fill="hold">
                      <p:stCondLst>
                        <p:cond delay="indefinite"/>
                      </p:stCondLst>
                      <p:childTnLst>
                        <p:par>
                          <p:cTn id="736" fill="hold">
                            <p:stCondLst>
                              <p:cond delay="0"/>
                            </p:stCondLst>
                            <p:childTnLst>
                              <p:par>
                                <p:cTn id="7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9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0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1" fill="hold">
                      <p:stCondLst>
                        <p:cond delay="indefinite"/>
                      </p:stCondLst>
                      <p:childTnLst>
                        <p:par>
                          <p:cTn id="742" fill="hold">
                            <p:stCondLst>
                              <p:cond delay="0"/>
                            </p:stCondLst>
                            <p:childTnLst>
                              <p:par>
                                <p:cTn id="7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5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6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7" fill="hold">
                      <p:stCondLst>
                        <p:cond delay="indefinite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1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2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3" fill="hold">
                      <p:stCondLst>
                        <p:cond delay="indefinite"/>
                      </p:stCondLst>
                      <p:childTnLst>
                        <p:par>
                          <p:cTn id="754" fill="hold">
                            <p:stCondLst>
                              <p:cond delay="0"/>
                            </p:stCondLst>
                            <p:childTnLst>
                              <p:par>
                                <p:cTn id="7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7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8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9" fill="hold">
                      <p:stCondLst>
                        <p:cond delay="indefinite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3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4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5" fill="hold">
                      <p:stCondLst>
                        <p:cond delay="indefinite"/>
                      </p:stCondLst>
                      <p:childTnLst>
                        <p:par>
                          <p:cTn id="766" fill="hold">
                            <p:stCondLst>
                              <p:cond delay="0"/>
                            </p:stCondLst>
                            <p:childTnLst>
                              <p:par>
                                <p:cTn id="7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9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0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1" fill="hold">
                      <p:stCondLst>
                        <p:cond delay="indefinite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5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6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7" fill="hold">
                      <p:stCondLst>
                        <p:cond delay="indefinite"/>
                      </p:stCondLst>
                      <p:childTnLst>
                        <p:par>
                          <p:cTn id="778" fill="hold">
                            <p:stCondLst>
                              <p:cond delay="0"/>
                            </p:stCondLst>
                            <p:childTnLst>
                              <p:par>
                                <p:cTn id="7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1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2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3" fill="hold">
                      <p:stCondLst>
                        <p:cond delay="indefinite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7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8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9" fill="hold">
                      <p:stCondLst>
                        <p:cond delay="indefinite"/>
                      </p:stCondLst>
                      <p:childTnLst>
                        <p:par>
                          <p:cTn id="790" fill="hold">
                            <p:stCondLst>
                              <p:cond delay="0"/>
                            </p:stCondLst>
                            <p:childTnLst>
                              <p:par>
                                <p:cTn id="7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3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4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5" fill="hold">
                      <p:stCondLst>
                        <p:cond delay="indefinite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9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0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1" fill="hold">
                      <p:stCondLst>
                        <p:cond delay="indefinite"/>
                      </p:stCondLst>
                      <p:childTnLst>
                        <p:par>
                          <p:cTn id="802" fill="hold">
                            <p:stCondLst>
                              <p:cond delay="0"/>
                            </p:stCondLst>
                            <p:childTnLst>
                              <p:par>
                                <p:cTn id="8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5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6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7" fill="hold">
                      <p:stCondLst>
                        <p:cond delay="indefinite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id="8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1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2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3" fill="hold">
                      <p:stCondLst>
                        <p:cond delay="indefinite"/>
                      </p:stCondLst>
                      <p:childTnLst>
                        <p:par>
                          <p:cTn id="814" fill="hold">
                            <p:stCondLst>
                              <p:cond delay="0"/>
                            </p:stCondLst>
                            <p:childTnLst>
                              <p:par>
                                <p:cTn id="8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9" fill="hold">
                      <p:stCondLst>
                        <p:cond delay="indefinite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3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4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5" fill="hold">
                      <p:stCondLst>
                        <p:cond delay="indefinite"/>
                      </p:stCondLst>
                      <p:childTnLst>
                        <p:par>
                          <p:cTn id="826" fill="hold">
                            <p:stCondLst>
                              <p:cond delay="0"/>
                            </p:stCondLst>
                            <p:childTnLst>
                              <p:par>
                                <p:cTn id="8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9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0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1" fill="hold">
                      <p:stCondLst>
                        <p:cond delay="indefinite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7" fill="hold">
                      <p:stCondLst>
                        <p:cond delay="indefinite"/>
                      </p:stCondLst>
                      <p:childTnLst>
                        <p:par>
                          <p:cTn id="838" fill="hold">
                            <p:stCondLst>
                              <p:cond delay="0"/>
                            </p:stCondLst>
                            <p:childTnLst>
                              <p:par>
                                <p:cTn id="8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1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2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3" fill="hold">
                      <p:stCondLst>
                        <p:cond delay="indefinite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7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8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9" fill="hold">
                      <p:stCondLst>
                        <p:cond delay="indefinite"/>
                      </p:stCondLst>
                      <p:childTnLst>
                        <p:par>
                          <p:cTn id="850" fill="hold">
                            <p:stCondLst>
                              <p:cond delay="0"/>
                            </p:stCondLst>
                            <p:childTnLst>
                              <p:par>
                                <p:cTn id="8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3" dur="5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4" dur="5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5" fill="hold">
                      <p:stCondLst>
                        <p:cond delay="indefinite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9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0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1" fill="hold">
                      <p:stCondLst>
                        <p:cond delay="indefinite"/>
                      </p:stCondLst>
                      <p:childTnLst>
                        <p:par>
                          <p:cTn id="862" fill="hold">
                            <p:stCondLst>
                              <p:cond delay="0"/>
                            </p:stCondLst>
                            <p:childTnLst>
                              <p:par>
                                <p:cTn id="8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5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6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7" fill="hold">
                      <p:stCondLst>
                        <p:cond delay="indefinite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id="8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1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2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3" fill="hold">
                      <p:stCondLst>
                        <p:cond delay="indefinite"/>
                      </p:stCondLst>
                      <p:childTnLst>
                        <p:par>
                          <p:cTn id="874" fill="hold">
                            <p:stCondLst>
                              <p:cond delay="0"/>
                            </p:stCondLst>
                            <p:childTnLst>
                              <p:par>
                                <p:cTn id="8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7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8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9" fill="hold">
                      <p:stCondLst>
                        <p:cond delay="indefinite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3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4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5" fill="hold">
                      <p:stCondLst>
                        <p:cond delay="indefinite"/>
                      </p:stCondLst>
                      <p:childTnLst>
                        <p:par>
                          <p:cTn id="886" fill="hold">
                            <p:stCondLst>
                              <p:cond delay="0"/>
                            </p:stCondLst>
                            <p:childTnLst>
                              <p:par>
                                <p:cTn id="8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9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0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1" fill="hold">
                      <p:stCondLst>
                        <p:cond delay="indefinite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id="8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5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6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7" fill="hold">
                      <p:stCondLst>
                        <p:cond delay="indefinite"/>
                      </p:stCondLst>
                      <p:childTnLst>
                        <p:par>
                          <p:cTn id="898" fill="hold">
                            <p:stCondLst>
                              <p:cond delay="0"/>
                            </p:stCondLst>
                            <p:childTnLst>
                              <p:par>
                                <p:cTn id="8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1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2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3" fill="hold">
                      <p:stCondLst>
                        <p:cond delay="indefinite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7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8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9" fill="hold">
                      <p:stCondLst>
                        <p:cond delay="indefinite"/>
                      </p:stCondLst>
                      <p:childTnLst>
                        <p:par>
                          <p:cTn id="910" fill="hold">
                            <p:stCondLst>
                              <p:cond delay="0"/>
                            </p:stCondLst>
                            <p:childTnLst>
                              <p:par>
                                <p:cTn id="9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3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4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5" fill="hold">
                      <p:stCondLst>
                        <p:cond delay="indefinite"/>
                      </p:stCondLst>
                      <p:childTnLst>
                        <p:par>
                          <p:cTn id="916" fill="hold">
                            <p:stCondLst>
                              <p:cond delay="0"/>
                            </p:stCondLst>
                            <p:childTnLst>
                              <p:par>
                                <p:cTn id="9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9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0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1" fill="hold">
                      <p:stCondLst>
                        <p:cond delay="indefinite"/>
                      </p:stCondLst>
                      <p:childTnLst>
                        <p:par>
                          <p:cTn id="922" fill="hold">
                            <p:stCondLst>
                              <p:cond delay="0"/>
                            </p:stCondLst>
                            <p:childTnLst>
                              <p:par>
                                <p:cTn id="9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5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6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7" fill="hold">
                      <p:stCondLst>
                        <p:cond delay="indefinite"/>
                      </p:stCondLst>
                      <p:childTnLst>
                        <p:par>
                          <p:cTn id="928" fill="hold">
                            <p:stCondLst>
                              <p:cond delay="0"/>
                            </p:stCondLst>
                            <p:childTnLst>
                              <p:par>
                                <p:cTn id="9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1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2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3" fill="hold">
                      <p:stCondLst>
                        <p:cond delay="indefinite"/>
                      </p:stCondLst>
                      <p:childTnLst>
                        <p:par>
                          <p:cTn id="934" fill="hold">
                            <p:stCondLst>
                              <p:cond delay="0"/>
                            </p:stCondLst>
                            <p:childTnLst>
                              <p:par>
                                <p:cTn id="9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7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8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9" fill="hold">
                      <p:stCondLst>
                        <p:cond delay="indefinite"/>
                      </p:stCondLst>
                      <p:childTnLst>
                        <p:par>
                          <p:cTn id="940" fill="hold">
                            <p:stCondLst>
                              <p:cond delay="0"/>
                            </p:stCondLst>
                            <p:childTnLst>
                              <p:par>
                                <p:cTn id="9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3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4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5" fill="hold">
                      <p:stCondLst>
                        <p:cond delay="indefinite"/>
                      </p:stCondLst>
                      <p:childTnLst>
                        <p:par>
                          <p:cTn id="946" fill="hold">
                            <p:stCondLst>
                              <p:cond delay="0"/>
                            </p:stCondLst>
                            <p:childTnLst>
                              <p:par>
                                <p:cTn id="9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9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0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1" fill="hold">
                      <p:stCondLst>
                        <p:cond delay="indefinite"/>
                      </p:stCondLst>
                      <p:childTnLst>
                        <p:par>
                          <p:cTn id="952" fill="hold">
                            <p:stCondLst>
                              <p:cond delay="0"/>
                            </p:stCondLst>
                            <p:childTnLst>
                              <p:par>
                                <p:cTn id="9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5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6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7" fill="hold">
                      <p:stCondLst>
                        <p:cond delay="indefinite"/>
                      </p:stCondLst>
                      <p:childTnLst>
                        <p:par>
                          <p:cTn id="958" fill="hold">
                            <p:stCondLst>
                              <p:cond delay="0"/>
                            </p:stCondLst>
                            <p:childTnLst>
                              <p:par>
                                <p:cTn id="9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1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2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3" fill="hold">
                      <p:stCondLst>
                        <p:cond delay="indefinite"/>
                      </p:stCondLst>
                      <p:childTnLst>
                        <p:par>
                          <p:cTn id="964" fill="hold">
                            <p:stCondLst>
                              <p:cond delay="0"/>
                            </p:stCondLst>
                            <p:childTnLst>
                              <p:par>
                                <p:cTn id="9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7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8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9" fill="hold">
                      <p:stCondLst>
                        <p:cond delay="indefinite"/>
                      </p:stCondLst>
                      <p:childTnLst>
                        <p:par>
                          <p:cTn id="970" fill="hold">
                            <p:stCondLst>
                              <p:cond delay="0"/>
                            </p:stCondLst>
                            <p:childTnLst>
                              <p:par>
                                <p:cTn id="9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3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4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5" fill="hold">
                      <p:stCondLst>
                        <p:cond delay="indefinite"/>
                      </p:stCondLst>
                      <p:childTnLst>
                        <p:par>
                          <p:cTn id="976" fill="hold">
                            <p:stCondLst>
                              <p:cond delay="0"/>
                            </p:stCondLst>
                            <p:childTnLst>
                              <p:par>
                                <p:cTn id="9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5" fill="hold">
                      <p:stCondLst>
                        <p:cond delay="indefinite"/>
                      </p:stCondLst>
                      <p:childTnLst>
                        <p:par>
                          <p:cTn id="986" fill="hold">
                            <p:stCondLst>
                              <p:cond delay="0"/>
                            </p:stCondLst>
                            <p:childTnLst>
                              <p:par>
                                <p:cTn id="9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9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0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1" fill="hold">
                      <p:stCondLst>
                        <p:cond delay="indefinite"/>
                      </p:stCondLst>
                      <p:childTnLst>
                        <p:par>
                          <p:cTn id="992" fill="hold">
                            <p:stCondLst>
                              <p:cond delay="0"/>
                            </p:stCondLst>
                            <p:childTnLst>
                              <p:par>
                                <p:cTn id="9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5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6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7" fill="hold">
                      <p:stCondLst>
                        <p:cond delay="indefinite"/>
                      </p:stCondLst>
                      <p:childTnLst>
                        <p:par>
                          <p:cTn id="998" fill="hold">
                            <p:stCondLst>
                              <p:cond delay="0"/>
                            </p:stCondLst>
                            <p:childTnLst>
                              <p:par>
                                <p:cTn id="9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1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2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par>
                                <p:cTn id="10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7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8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9" fill="hold">
                      <p:stCondLst>
                        <p:cond delay="indefinite"/>
                      </p:stCondLst>
                      <p:childTnLst>
                        <p:par>
                          <p:cTn id="1010" fill="hold">
                            <p:stCondLst>
                              <p:cond delay="0"/>
                            </p:stCondLst>
                            <p:childTnLst>
                              <p:par>
                                <p:cTn id="10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3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4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par>
                                <p:cTn id="10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9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0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1" fill="hold">
                      <p:stCondLst>
                        <p:cond delay="indefinite"/>
                      </p:stCondLst>
                      <p:childTnLst>
                        <p:par>
                          <p:cTn id="1022" fill="hold">
                            <p:stCondLst>
                              <p:cond delay="0"/>
                            </p:stCondLst>
                            <p:childTnLst>
                              <p:par>
                                <p:cTn id="10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5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6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7" fill="hold">
                      <p:stCondLst>
                        <p:cond delay="indefinite"/>
                      </p:stCondLst>
                      <p:childTnLst>
                        <p:par>
                          <p:cTn id="1028" fill="hold">
                            <p:stCondLst>
                              <p:cond delay="0"/>
                            </p:stCondLst>
                            <p:childTnLst>
                              <p:par>
                                <p:cTn id="10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1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2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3" fill="hold">
                      <p:stCondLst>
                        <p:cond delay="indefinite"/>
                      </p:stCondLst>
                      <p:childTnLst>
                        <p:par>
                          <p:cTn id="1034" fill="hold">
                            <p:stCondLst>
                              <p:cond delay="0"/>
                            </p:stCondLst>
                            <p:childTnLst>
                              <p:par>
                                <p:cTn id="10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7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8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9" fill="hold">
                      <p:stCondLst>
                        <p:cond delay="indefinite"/>
                      </p:stCondLst>
                      <p:childTnLst>
                        <p:par>
                          <p:cTn id="1040" fill="hold">
                            <p:stCondLst>
                              <p:cond delay="0"/>
                            </p:stCondLst>
                            <p:childTnLst>
                              <p:par>
                                <p:cTn id="10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3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4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5" fill="hold">
                      <p:stCondLst>
                        <p:cond delay="indefinite"/>
                      </p:stCondLst>
                      <p:childTnLst>
                        <p:par>
                          <p:cTn id="1046" fill="hold">
                            <p:stCondLst>
                              <p:cond delay="0"/>
                            </p:stCondLst>
                            <p:childTnLst>
                              <p:par>
                                <p:cTn id="10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9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0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1" fill="hold">
                      <p:stCondLst>
                        <p:cond delay="indefinite"/>
                      </p:stCondLst>
                      <p:childTnLst>
                        <p:par>
                          <p:cTn id="1052" fill="hold">
                            <p:stCondLst>
                              <p:cond delay="0"/>
                            </p:stCondLst>
                            <p:childTnLst>
                              <p:par>
                                <p:cTn id="10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5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6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7" fill="hold">
                      <p:stCondLst>
                        <p:cond delay="indefinite"/>
                      </p:stCondLst>
                      <p:childTnLst>
                        <p:par>
                          <p:cTn id="1058" fill="hold">
                            <p:stCondLst>
                              <p:cond delay="0"/>
                            </p:stCondLst>
                            <p:childTnLst>
                              <p:par>
                                <p:cTn id="10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1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2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3" fill="hold">
                      <p:stCondLst>
                        <p:cond delay="indefinite"/>
                      </p:stCondLst>
                      <p:childTnLst>
                        <p:par>
                          <p:cTn id="1064" fill="hold">
                            <p:stCondLst>
                              <p:cond delay="0"/>
                            </p:stCondLst>
                            <p:childTnLst>
                              <p:par>
                                <p:cTn id="10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7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8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9" fill="hold">
                      <p:stCondLst>
                        <p:cond delay="indefinite"/>
                      </p:stCondLst>
                      <p:childTnLst>
                        <p:par>
                          <p:cTn id="1070" fill="hold">
                            <p:stCondLst>
                              <p:cond delay="0"/>
                            </p:stCondLst>
                            <p:childTnLst>
                              <p:par>
                                <p:cTn id="10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3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4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5" fill="hold">
                      <p:stCondLst>
                        <p:cond delay="indefinite"/>
                      </p:stCondLst>
                      <p:childTnLst>
                        <p:par>
                          <p:cTn id="1076" fill="hold">
                            <p:stCondLst>
                              <p:cond delay="0"/>
                            </p:stCondLst>
                            <p:childTnLst>
                              <p:par>
                                <p:cTn id="10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9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0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1" fill="hold">
                      <p:stCondLst>
                        <p:cond delay="indefinite"/>
                      </p:stCondLst>
                      <p:childTnLst>
                        <p:par>
                          <p:cTn id="1082" fill="hold">
                            <p:stCondLst>
                              <p:cond delay="0"/>
                            </p:stCondLst>
                            <p:childTnLst>
                              <p:par>
                                <p:cTn id="10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5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6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7" fill="hold">
                      <p:stCondLst>
                        <p:cond delay="indefinite"/>
                      </p:stCondLst>
                      <p:childTnLst>
                        <p:par>
                          <p:cTn id="1088" fill="hold">
                            <p:stCondLst>
                              <p:cond delay="0"/>
                            </p:stCondLst>
                            <p:childTnLst>
                              <p:par>
                                <p:cTn id="10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1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2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3" fill="hold">
                      <p:stCondLst>
                        <p:cond delay="indefinite"/>
                      </p:stCondLst>
                      <p:childTnLst>
                        <p:par>
                          <p:cTn id="1094" fill="hold">
                            <p:stCondLst>
                              <p:cond delay="0"/>
                            </p:stCondLst>
                            <p:childTnLst>
                              <p:par>
                                <p:cTn id="10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7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8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9" fill="hold">
                      <p:stCondLst>
                        <p:cond delay="indefinite"/>
                      </p:stCondLst>
                      <p:childTnLst>
                        <p:par>
                          <p:cTn id="1100" fill="hold">
                            <p:stCondLst>
                              <p:cond delay="0"/>
                            </p:stCondLst>
                            <p:childTnLst>
                              <p:par>
                                <p:cTn id="1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3" dur="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4" dur="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5" fill="hold">
                      <p:stCondLst>
                        <p:cond delay="indefinite"/>
                      </p:stCondLst>
                      <p:childTnLst>
                        <p:par>
                          <p:cTn id="1106" fill="hold">
                            <p:stCondLst>
                              <p:cond delay="0"/>
                            </p:stCondLst>
                            <p:childTnLst>
                              <p:par>
                                <p:cTn id="1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9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0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1" fill="hold">
                      <p:stCondLst>
                        <p:cond delay="indefinite"/>
                      </p:stCondLst>
                      <p:childTnLst>
                        <p:par>
                          <p:cTn id="1112" fill="hold">
                            <p:stCondLst>
                              <p:cond delay="0"/>
                            </p:stCondLst>
                            <p:childTnLst>
                              <p:par>
                                <p:cTn id="1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5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6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7" fill="hold">
                      <p:stCondLst>
                        <p:cond delay="indefinite"/>
                      </p:stCondLst>
                      <p:childTnLst>
                        <p:par>
                          <p:cTn id="1118" fill="hold">
                            <p:stCondLst>
                              <p:cond delay="0"/>
                            </p:stCondLst>
                            <p:childTnLst>
                              <p:par>
                                <p:cTn id="11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1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2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3" fill="hold">
                      <p:stCondLst>
                        <p:cond delay="indefinite"/>
                      </p:stCondLst>
                      <p:childTnLst>
                        <p:par>
                          <p:cTn id="1124" fill="hold">
                            <p:stCondLst>
                              <p:cond delay="0"/>
                            </p:stCondLst>
                            <p:childTnLst>
                              <p:par>
                                <p:cTn id="11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7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8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9" fill="hold">
                      <p:stCondLst>
                        <p:cond delay="indefinite"/>
                      </p:stCondLst>
                      <p:childTnLst>
                        <p:par>
                          <p:cTn id="1130" fill="hold">
                            <p:stCondLst>
                              <p:cond delay="0"/>
                            </p:stCondLst>
                            <p:childTnLst>
                              <p:par>
                                <p:cTn id="11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3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4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5" fill="hold">
                      <p:stCondLst>
                        <p:cond delay="indefinite"/>
                      </p:stCondLst>
                      <p:childTnLst>
                        <p:par>
                          <p:cTn id="1136" fill="hold">
                            <p:stCondLst>
                              <p:cond delay="0"/>
                            </p:stCondLst>
                            <p:childTnLst>
                              <p:par>
                                <p:cTn id="1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5" fill="hold">
                      <p:stCondLst>
                        <p:cond delay="indefinite"/>
                      </p:stCondLst>
                      <p:childTnLst>
                        <p:par>
                          <p:cTn id="1146" fill="hold">
                            <p:stCondLst>
                              <p:cond delay="0"/>
                            </p:stCondLst>
                            <p:childTnLst>
                              <p:par>
                                <p:cTn id="11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9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0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1" fill="hold">
                      <p:stCondLst>
                        <p:cond delay="indefinite"/>
                      </p:stCondLst>
                      <p:childTnLst>
                        <p:par>
                          <p:cTn id="1152" fill="hold">
                            <p:stCondLst>
                              <p:cond delay="0"/>
                            </p:stCondLst>
                            <p:childTnLst>
                              <p:par>
                                <p:cTn id="11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5" dur="5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6" dur="5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7" fill="hold">
                      <p:stCondLst>
                        <p:cond delay="indefinite"/>
                      </p:stCondLst>
                      <p:childTnLst>
                        <p:par>
                          <p:cTn id="1158" fill="hold">
                            <p:stCondLst>
                              <p:cond delay="0"/>
                            </p:stCondLst>
                            <p:childTnLst>
                              <p:par>
                                <p:cTn id="11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3" fill="hold">
                      <p:stCondLst>
                        <p:cond delay="indefinite"/>
                      </p:stCondLst>
                      <p:childTnLst>
                        <p:par>
                          <p:cTn id="1164" fill="hold">
                            <p:stCondLst>
                              <p:cond delay="0"/>
                            </p:stCondLst>
                            <p:childTnLst>
                              <p:par>
                                <p:cTn id="11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7" dur="5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8" dur="5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9" fill="hold">
                      <p:stCondLst>
                        <p:cond delay="indefinite"/>
                      </p:stCondLst>
                      <p:childTnLst>
                        <p:par>
                          <p:cTn id="1170" fill="hold">
                            <p:stCondLst>
                              <p:cond delay="0"/>
                            </p:stCondLst>
                            <p:childTnLst>
                              <p:par>
                                <p:cTn id="11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5" fill="hold">
                      <p:stCondLst>
                        <p:cond delay="indefinite"/>
                      </p:stCondLst>
                      <p:childTnLst>
                        <p:par>
                          <p:cTn id="1176" fill="hold">
                            <p:stCondLst>
                              <p:cond delay="0"/>
                            </p:stCondLst>
                            <p:childTnLst>
                              <p:par>
                                <p:cTn id="11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9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0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1" fill="hold">
                      <p:stCondLst>
                        <p:cond delay="indefinite"/>
                      </p:stCondLst>
                      <p:childTnLst>
                        <p:par>
                          <p:cTn id="1182" fill="hold">
                            <p:stCondLst>
                              <p:cond delay="0"/>
                            </p:stCondLst>
                            <p:childTnLst>
                              <p:par>
                                <p:cTn id="11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5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6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7" fill="hold">
                      <p:stCondLst>
                        <p:cond delay="indefinite"/>
                      </p:stCondLst>
                      <p:childTnLst>
                        <p:par>
                          <p:cTn id="1188" fill="hold">
                            <p:stCondLst>
                              <p:cond delay="0"/>
                            </p:stCondLst>
                            <p:childTnLst>
                              <p:par>
                                <p:cTn id="11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1" dur="5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2" dur="5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3" fill="hold">
                      <p:stCondLst>
                        <p:cond delay="indefinite"/>
                      </p:stCondLst>
                      <p:childTnLst>
                        <p:par>
                          <p:cTn id="1194" fill="hold">
                            <p:stCondLst>
                              <p:cond delay="0"/>
                            </p:stCondLst>
                            <p:childTnLst>
                              <p:par>
                                <p:cTn id="11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7" dur="5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8" dur="5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9" fill="hold">
                      <p:stCondLst>
                        <p:cond delay="indefinite"/>
                      </p:stCondLst>
                      <p:childTnLst>
                        <p:par>
                          <p:cTn id="1200" fill="hold">
                            <p:stCondLst>
                              <p:cond delay="0"/>
                            </p:stCondLst>
                            <p:childTnLst>
                              <p:par>
                                <p:cTn id="12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3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4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5" fill="hold">
                      <p:stCondLst>
                        <p:cond delay="indefinite"/>
                      </p:stCondLst>
                      <p:childTnLst>
                        <p:par>
                          <p:cTn id="1206" fill="hold">
                            <p:stCondLst>
                              <p:cond delay="0"/>
                            </p:stCondLst>
                            <p:childTnLst>
                              <p:par>
                                <p:cTn id="12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9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0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1" fill="hold">
                      <p:stCondLst>
                        <p:cond delay="indefinite"/>
                      </p:stCondLst>
                      <p:childTnLst>
                        <p:par>
                          <p:cTn id="1212" fill="hold">
                            <p:stCondLst>
                              <p:cond delay="0"/>
                            </p:stCondLst>
                            <p:childTnLst>
                              <p:par>
                                <p:cTn id="12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5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6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7" fill="hold">
                      <p:stCondLst>
                        <p:cond delay="indefinite"/>
                      </p:stCondLst>
                      <p:childTnLst>
                        <p:par>
                          <p:cTn id="1218" fill="hold">
                            <p:stCondLst>
                              <p:cond delay="0"/>
                            </p:stCondLst>
                            <p:childTnLst>
                              <p:par>
                                <p:cTn id="12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1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2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3" fill="hold">
                      <p:stCondLst>
                        <p:cond delay="indefinite"/>
                      </p:stCondLst>
                      <p:childTnLst>
                        <p:par>
                          <p:cTn id="1224" fill="hold">
                            <p:stCondLst>
                              <p:cond delay="0"/>
                            </p:stCondLst>
                            <p:childTnLst>
                              <p:par>
                                <p:cTn id="12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7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8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9" fill="hold">
                      <p:stCondLst>
                        <p:cond delay="indefinite"/>
                      </p:stCondLst>
                      <p:childTnLst>
                        <p:par>
                          <p:cTn id="1230" fill="hold">
                            <p:stCondLst>
                              <p:cond delay="0"/>
                            </p:stCondLst>
                            <p:childTnLst>
                              <p:par>
                                <p:cTn id="12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3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4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5" fill="hold">
                      <p:stCondLst>
                        <p:cond delay="indefinite"/>
                      </p:stCondLst>
                      <p:childTnLst>
                        <p:par>
                          <p:cTn id="1236" fill="hold">
                            <p:stCondLst>
                              <p:cond delay="0"/>
                            </p:stCondLst>
                            <p:childTnLst>
                              <p:par>
                                <p:cTn id="12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9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0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1" fill="hold">
                      <p:stCondLst>
                        <p:cond delay="indefinite"/>
                      </p:stCondLst>
                      <p:childTnLst>
                        <p:par>
                          <p:cTn id="1242" fill="hold">
                            <p:stCondLst>
                              <p:cond delay="0"/>
                            </p:stCondLst>
                            <p:childTnLst>
                              <p:par>
                                <p:cTn id="12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5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6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7" fill="hold">
                      <p:stCondLst>
                        <p:cond delay="indefinite"/>
                      </p:stCondLst>
                      <p:childTnLst>
                        <p:par>
                          <p:cTn id="1248" fill="hold">
                            <p:stCondLst>
                              <p:cond delay="0"/>
                            </p:stCondLst>
                            <p:childTnLst>
                              <p:par>
                                <p:cTn id="12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1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2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3" fill="hold">
                      <p:stCondLst>
                        <p:cond delay="indefinite"/>
                      </p:stCondLst>
                      <p:childTnLst>
                        <p:par>
                          <p:cTn id="1254" fill="hold">
                            <p:stCondLst>
                              <p:cond delay="0"/>
                            </p:stCondLst>
                            <p:childTnLst>
                              <p:par>
                                <p:cTn id="12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7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8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9" fill="hold">
                      <p:stCondLst>
                        <p:cond delay="indefinite"/>
                      </p:stCondLst>
                      <p:childTnLst>
                        <p:par>
                          <p:cTn id="1260" fill="hold">
                            <p:stCondLst>
                              <p:cond delay="0"/>
                            </p:stCondLst>
                            <p:childTnLst>
                              <p:par>
                                <p:cTn id="12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3" dur="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4" dur="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5" fill="hold">
                      <p:stCondLst>
                        <p:cond delay="indefinite"/>
                      </p:stCondLst>
                      <p:childTnLst>
                        <p:par>
                          <p:cTn id="1266" fill="hold">
                            <p:stCondLst>
                              <p:cond delay="0"/>
                            </p:stCondLst>
                            <p:childTnLst>
                              <p:par>
                                <p:cTn id="12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9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0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1" fill="hold">
                      <p:stCondLst>
                        <p:cond delay="indefinite"/>
                      </p:stCondLst>
                      <p:childTnLst>
                        <p:par>
                          <p:cTn id="1272" fill="hold">
                            <p:stCondLst>
                              <p:cond delay="0"/>
                            </p:stCondLst>
                            <p:childTnLst>
                              <p:par>
                                <p:cTn id="12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5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6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7" fill="hold">
                      <p:stCondLst>
                        <p:cond delay="indefinite"/>
                      </p:stCondLst>
                      <p:childTnLst>
                        <p:par>
                          <p:cTn id="1278" fill="hold">
                            <p:stCondLst>
                              <p:cond delay="0"/>
                            </p:stCondLst>
                            <p:childTnLst>
                              <p:par>
                                <p:cTn id="12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1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2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3" fill="hold">
                      <p:stCondLst>
                        <p:cond delay="indefinite"/>
                      </p:stCondLst>
                      <p:childTnLst>
                        <p:par>
                          <p:cTn id="1284" fill="hold">
                            <p:stCondLst>
                              <p:cond delay="0"/>
                            </p:stCondLst>
                            <p:childTnLst>
                              <p:par>
                                <p:cTn id="12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7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8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9" fill="hold">
                      <p:stCondLst>
                        <p:cond delay="indefinite"/>
                      </p:stCondLst>
                      <p:childTnLst>
                        <p:par>
                          <p:cTn id="1290" fill="hold">
                            <p:stCondLst>
                              <p:cond delay="0"/>
                            </p:stCondLst>
                            <p:childTnLst>
                              <p:par>
                                <p:cTn id="12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3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4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5" fill="hold">
                      <p:stCondLst>
                        <p:cond delay="indefinite"/>
                      </p:stCondLst>
                      <p:childTnLst>
                        <p:par>
                          <p:cTn id="1296" fill="hold">
                            <p:stCondLst>
                              <p:cond delay="0"/>
                            </p:stCondLst>
                            <p:childTnLst>
                              <p:par>
                                <p:cTn id="12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9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0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10" grpId="0" animBg="1"/>
      <p:bldP spid="22" grpId="0" animBg="1"/>
      <p:bldP spid="23" grpId="0" animBg="1"/>
      <p:bldP spid="28" grpId="0" animBg="1"/>
      <p:bldP spid="41" grpId="0" animBg="1"/>
      <p:bldP spid="42" grpId="0" animBg="1"/>
      <p:bldP spid="47" grpId="0" animBg="1"/>
      <p:bldP spid="65" grpId="0" animBg="1"/>
      <p:bldP spid="66" grpId="0" animBg="1"/>
      <p:bldP spid="71" grpId="0" animBg="1"/>
      <p:bldP spid="98" grpId="0" animBg="1"/>
      <p:bldP spid="99" grpId="0" animBg="1"/>
      <p:bldP spid="104" grpId="0" animBg="1"/>
      <p:bldP spid="132" grpId="0" animBg="1"/>
      <p:bldP spid="133" grpId="0" animBg="1"/>
      <p:bldP spid="138" grpId="0" animBg="1"/>
      <p:bldP spid="160" grpId="0" animBg="1"/>
      <p:bldP spid="161" grpId="0" animBg="1"/>
      <p:bldP spid="166" grpId="0" animBg="1"/>
      <p:bldP spid="188" grpId="0" animBg="1"/>
      <p:bldP spid="189" grpId="0" animBg="1"/>
      <p:bldP spid="194" grpId="0" animBg="1"/>
      <p:bldP spid="217" grpId="0" animBg="1"/>
      <p:bldP spid="218" grpId="0" animBg="1"/>
      <p:bldP spid="223" grpId="0" animBg="1"/>
      <p:bldP spid="228" grpId="0" animBg="1"/>
      <p:bldP spid="248" grpId="0" animBg="1"/>
      <p:bldP spid="249" grpId="0" animBg="1"/>
      <p:bldP spid="254" grpId="0" animBg="1"/>
      <p:bldP spid="25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600" dirty="0" smtClean="0"/>
              <a:t>Sc 	</a:t>
            </a:r>
            <a:r>
              <a:rPr lang="en-US" altLang="zh-CN" sz="2600" dirty="0" smtClean="0"/>
              <a:t> 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3s</a:t>
            </a:r>
            <a:r>
              <a:rPr lang="en-US" altLang="zh-CN" sz="2600" baseline="30000" dirty="0"/>
              <a:t>2</a:t>
            </a:r>
            <a:r>
              <a:rPr lang="en-US" altLang="zh-CN" sz="2600" dirty="0" smtClean="0"/>
              <a:t> 3p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3d</a:t>
            </a:r>
            <a:r>
              <a:rPr lang="en-US" altLang="zh-CN" sz="2600" baseline="30000" dirty="0" smtClean="0"/>
              <a:t>1</a:t>
            </a:r>
            <a:r>
              <a:rPr lang="en-US" altLang="zh-CN" sz="2600" dirty="0" smtClean="0"/>
              <a:t> 4s</a:t>
            </a:r>
            <a:r>
              <a:rPr lang="en-US" altLang="zh-CN" sz="2600" baseline="30000" dirty="0" smtClean="0"/>
              <a:t>2</a:t>
            </a:r>
          </a:p>
          <a:p>
            <a:pPr>
              <a:buNone/>
            </a:pPr>
            <a:r>
              <a:rPr lang="en-US" sz="2600" baseline="30000" dirty="0" smtClean="0"/>
              <a:t> </a:t>
            </a:r>
            <a:r>
              <a:rPr lang="en-US" sz="2600" dirty="0" smtClean="0"/>
              <a:t> </a:t>
            </a:r>
            <a:endParaRPr lang="en-US" sz="2600" baseline="30000" dirty="0" smtClean="0"/>
          </a:p>
          <a:p>
            <a:pPr>
              <a:buNone/>
            </a:pPr>
            <a:r>
              <a:rPr lang="en-US" sz="2600" dirty="0" smtClean="0"/>
              <a:t>Ti	 	</a:t>
            </a:r>
            <a:r>
              <a:rPr lang="en-US" altLang="zh-CN" sz="2600" dirty="0" smtClean="0"/>
              <a:t> 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3s</a:t>
            </a:r>
            <a:r>
              <a:rPr lang="en-US" altLang="zh-CN" sz="2600" baseline="30000" dirty="0"/>
              <a:t>2</a:t>
            </a:r>
            <a:r>
              <a:rPr lang="en-US" altLang="zh-CN" sz="2600" dirty="0" smtClean="0"/>
              <a:t> 3p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3d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4s</a:t>
            </a:r>
            <a:r>
              <a:rPr lang="en-US" altLang="zh-CN" sz="2600" baseline="30000" dirty="0" smtClean="0"/>
              <a:t>2</a:t>
            </a:r>
          </a:p>
          <a:p>
            <a:pPr>
              <a:buNone/>
            </a:pPr>
            <a:endParaRPr lang="en-US" sz="2600" dirty="0" smtClean="0"/>
          </a:p>
          <a:p>
            <a:pPr>
              <a:buNone/>
            </a:pPr>
            <a:r>
              <a:rPr lang="en-US" sz="2600" dirty="0" smtClean="0"/>
              <a:t>V	 	</a:t>
            </a:r>
            <a:r>
              <a:rPr lang="en-US" altLang="zh-CN" sz="2600" dirty="0" smtClean="0"/>
              <a:t> 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3s</a:t>
            </a:r>
            <a:r>
              <a:rPr lang="en-US" altLang="zh-CN" sz="2600" baseline="30000" dirty="0"/>
              <a:t>2</a:t>
            </a:r>
            <a:r>
              <a:rPr lang="en-US" altLang="zh-CN" sz="2600" dirty="0" smtClean="0"/>
              <a:t> 3p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3d</a:t>
            </a:r>
            <a:r>
              <a:rPr lang="en-US" altLang="zh-CN" sz="2600" baseline="30000" dirty="0" smtClean="0"/>
              <a:t>3</a:t>
            </a:r>
            <a:r>
              <a:rPr lang="en-US" altLang="zh-CN" sz="2600" dirty="0" smtClean="0"/>
              <a:t> 4s</a:t>
            </a:r>
            <a:r>
              <a:rPr lang="en-US" altLang="zh-CN" sz="2600" baseline="30000" dirty="0" smtClean="0"/>
              <a:t>2</a:t>
            </a:r>
          </a:p>
          <a:p>
            <a:pPr>
              <a:buNone/>
            </a:pPr>
            <a:endParaRPr lang="en-US" sz="2600" dirty="0" smtClean="0"/>
          </a:p>
          <a:p>
            <a:pPr>
              <a:buNone/>
            </a:pPr>
            <a:r>
              <a:rPr lang="en-US" sz="2600" dirty="0" smtClean="0"/>
              <a:t>Cr 	</a:t>
            </a:r>
            <a:r>
              <a:rPr lang="en-US" altLang="zh-CN" sz="2600" dirty="0" smtClean="0"/>
              <a:t> 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3s</a:t>
            </a:r>
            <a:r>
              <a:rPr lang="en-US" altLang="zh-CN" sz="2600" baseline="30000" dirty="0"/>
              <a:t>2</a:t>
            </a:r>
            <a:r>
              <a:rPr lang="en-US" altLang="zh-CN" sz="2600" dirty="0" smtClean="0"/>
              <a:t> 3p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3d</a:t>
            </a:r>
            <a:r>
              <a:rPr lang="en-US" altLang="zh-CN" sz="2600" baseline="30000" dirty="0" smtClean="0"/>
              <a:t>4</a:t>
            </a:r>
            <a:r>
              <a:rPr lang="en-US" altLang="zh-CN" sz="2600" dirty="0" smtClean="0"/>
              <a:t> 4s</a:t>
            </a:r>
            <a:r>
              <a:rPr lang="en-US" altLang="zh-CN" sz="2600" baseline="30000" dirty="0" smtClean="0"/>
              <a:t>2</a:t>
            </a:r>
          </a:p>
          <a:p>
            <a:pPr>
              <a:buNone/>
            </a:pPr>
            <a:r>
              <a:rPr lang="en-US" sz="2600" dirty="0" smtClean="0"/>
              <a:t>	 	</a:t>
            </a:r>
            <a:r>
              <a:rPr lang="en-US" altLang="zh-CN" sz="2600" b="1" dirty="0" smtClean="0"/>
              <a:t> 1s</a:t>
            </a:r>
            <a:r>
              <a:rPr lang="en-US" altLang="zh-CN" sz="2600" b="1" baseline="30000" dirty="0" smtClean="0"/>
              <a:t>2 </a:t>
            </a:r>
            <a:r>
              <a:rPr lang="en-US" altLang="zh-CN" sz="2600" b="1" dirty="0" smtClean="0"/>
              <a:t>2s</a:t>
            </a:r>
            <a:r>
              <a:rPr lang="en-US" altLang="zh-CN" sz="2600" b="1" baseline="30000" dirty="0" smtClean="0"/>
              <a:t>2</a:t>
            </a:r>
            <a:r>
              <a:rPr lang="en-US" altLang="zh-CN" sz="2600" b="1" dirty="0" smtClean="0"/>
              <a:t> 2p</a:t>
            </a:r>
            <a:r>
              <a:rPr lang="en-US" altLang="zh-CN" sz="2600" b="1" baseline="30000" dirty="0" smtClean="0"/>
              <a:t>6</a:t>
            </a:r>
            <a:r>
              <a:rPr lang="en-US" altLang="zh-CN" sz="2600" b="1" dirty="0" smtClean="0"/>
              <a:t> 3s</a:t>
            </a:r>
            <a:r>
              <a:rPr lang="en-US" altLang="zh-CN" sz="2600" b="1" baseline="30000" dirty="0"/>
              <a:t>2</a:t>
            </a:r>
            <a:r>
              <a:rPr lang="en-US" altLang="zh-CN" sz="2600" b="1" dirty="0" smtClean="0"/>
              <a:t> 3p</a:t>
            </a:r>
            <a:r>
              <a:rPr lang="en-US" altLang="zh-CN" sz="2600" b="1" baseline="30000" dirty="0" smtClean="0"/>
              <a:t>6</a:t>
            </a:r>
            <a:r>
              <a:rPr lang="en-US" altLang="zh-CN" sz="2600" b="1" dirty="0" smtClean="0"/>
              <a:t> 3d</a:t>
            </a:r>
            <a:r>
              <a:rPr lang="en-US" altLang="zh-CN" sz="2600" b="1" baseline="30000" dirty="0" smtClean="0"/>
              <a:t>5</a:t>
            </a:r>
            <a:r>
              <a:rPr lang="en-US" altLang="zh-CN" sz="2600" b="1" dirty="0" smtClean="0"/>
              <a:t> 4s</a:t>
            </a:r>
            <a:r>
              <a:rPr lang="en-US" altLang="zh-CN" sz="2600" b="1" baseline="30000" dirty="0" smtClean="0"/>
              <a:t>1</a:t>
            </a:r>
          </a:p>
          <a:p>
            <a:pPr>
              <a:buNone/>
            </a:pPr>
            <a:endParaRPr lang="en-US" sz="2600" dirty="0" smtClean="0"/>
          </a:p>
          <a:p>
            <a:pPr>
              <a:buNone/>
            </a:pPr>
            <a:r>
              <a:rPr lang="en-US" sz="2600" dirty="0" err="1" smtClean="0"/>
              <a:t>Mn</a:t>
            </a:r>
            <a:r>
              <a:rPr lang="en-US" sz="2600" dirty="0" smtClean="0"/>
              <a:t> 	</a:t>
            </a:r>
            <a:r>
              <a:rPr lang="en-US" altLang="zh-CN" sz="2600" dirty="0" smtClean="0"/>
              <a:t> 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3s</a:t>
            </a:r>
            <a:r>
              <a:rPr lang="en-US" altLang="zh-CN" sz="2600" baseline="30000" dirty="0"/>
              <a:t>2</a:t>
            </a:r>
            <a:r>
              <a:rPr lang="en-US" altLang="zh-CN" sz="2600" dirty="0" smtClean="0"/>
              <a:t> 3p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3d</a:t>
            </a:r>
            <a:r>
              <a:rPr lang="en-US" altLang="zh-CN" sz="2600" baseline="30000" dirty="0" smtClean="0"/>
              <a:t>5</a:t>
            </a:r>
            <a:r>
              <a:rPr lang="en-US" altLang="zh-CN" sz="2600" dirty="0" smtClean="0"/>
              <a:t> 4s</a:t>
            </a:r>
            <a:r>
              <a:rPr lang="en-US" altLang="zh-CN" sz="2600" baseline="30000" dirty="0" smtClean="0"/>
              <a:t>2</a:t>
            </a:r>
          </a:p>
          <a:p>
            <a:pPr>
              <a:buNone/>
            </a:pPr>
            <a:endParaRPr lang="en-US" sz="2600" dirty="0"/>
          </a:p>
        </p:txBody>
      </p:sp>
      <p:sp>
        <p:nvSpPr>
          <p:cNvPr id="4" name="Rectangle 3"/>
          <p:cNvSpPr/>
          <p:nvPr/>
        </p:nvSpPr>
        <p:spPr>
          <a:xfrm>
            <a:off x="685800" y="10668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295400" y="10668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5"/>
          <p:cNvGrpSpPr/>
          <p:nvPr/>
        </p:nvGrpSpPr>
        <p:grpSpPr>
          <a:xfrm>
            <a:off x="1905000" y="1066800"/>
            <a:ext cx="1447800" cy="381000"/>
            <a:chOff x="6019800" y="2895600"/>
            <a:chExt cx="1828800" cy="533400"/>
          </a:xfrm>
        </p:grpSpPr>
        <p:sp>
          <p:nvSpPr>
            <p:cNvPr id="7" name="Rectangle 6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/>
          <p:cNvSpPr/>
          <p:nvPr/>
        </p:nvSpPr>
        <p:spPr>
          <a:xfrm>
            <a:off x="3505200" y="10668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10"/>
          <p:cNvGrpSpPr/>
          <p:nvPr/>
        </p:nvGrpSpPr>
        <p:grpSpPr>
          <a:xfrm>
            <a:off x="4114800" y="1066800"/>
            <a:ext cx="1447800" cy="381000"/>
            <a:chOff x="6019800" y="2895600"/>
            <a:chExt cx="1828800" cy="533400"/>
          </a:xfrm>
        </p:grpSpPr>
        <p:sp>
          <p:nvSpPr>
            <p:cNvPr id="12" name="Rectangle 11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9"/>
          <p:cNvGrpSpPr/>
          <p:nvPr/>
        </p:nvGrpSpPr>
        <p:grpSpPr>
          <a:xfrm>
            <a:off x="5715000" y="1066800"/>
            <a:ext cx="2286000" cy="381000"/>
            <a:chOff x="6248400" y="1066800"/>
            <a:chExt cx="2286000" cy="381000"/>
          </a:xfrm>
        </p:grpSpPr>
        <p:sp>
          <p:nvSpPr>
            <p:cNvPr id="15" name="Rectangle 14"/>
            <p:cNvSpPr/>
            <p:nvPr/>
          </p:nvSpPr>
          <p:spPr>
            <a:xfrm>
              <a:off x="62484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7056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1628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6200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0772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/>
          <p:cNvSpPr/>
          <p:nvPr/>
        </p:nvSpPr>
        <p:spPr>
          <a:xfrm>
            <a:off x="8153400" y="10668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rot="5400000" flipH="1" flipV="1">
            <a:off x="686594" y="1218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5400000">
            <a:off x="838994" y="1218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5400000" flipH="1" flipV="1">
            <a:off x="1295400" y="1218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rot="5400000">
            <a:off x="1447006" y="1218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rot="5400000" flipH="1" flipV="1">
            <a:off x="1981994" y="1218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rot="5400000" flipH="1" flipV="1">
            <a:off x="2437606" y="1218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5400000" flipH="1" flipV="1">
            <a:off x="2894806" y="1218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5400000">
            <a:off x="2134394" y="1218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5400000">
            <a:off x="2591594" y="1218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rot="5400000">
            <a:off x="3047206" y="1218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rot="5400000" flipH="1" flipV="1">
            <a:off x="3505994" y="1218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5400000">
            <a:off x="3656806" y="1218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rot="5400000" flipH="1" flipV="1">
            <a:off x="4115594" y="1218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rot="5400000" flipH="1" flipV="1">
            <a:off x="4571206" y="1218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5400000" flipH="1" flipV="1">
            <a:off x="5104606" y="1218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rot="5400000">
            <a:off x="4266406" y="1218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rot="5400000">
            <a:off x="4725194" y="1218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rot="5400000">
            <a:off x="5257006" y="1218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rot="5400000" flipH="1" flipV="1">
            <a:off x="8152606" y="1218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rot="5400000">
            <a:off x="8305006" y="1218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rot="5400000" flipH="1" flipV="1">
            <a:off x="5715794" y="1218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685800" y="19812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1295400" y="19812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44"/>
          <p:cNvGrpSpPr/>
          <p:nvPr/>
        </p:nvGrpSpPr>
        <p:grpSpPr>
          <a:xfrm>
            <a:off x="1905000" y="1981200"/>
            <a:ext cx="1447800" cy="381000"/>
            <a:chOff x="6019800" y="2895600"/>
            <a:chExt cx="1828800" cy="533400"/>
          </a:xfrm>
        </p:grpSpPr>
        <p:sp>
          <p:nvSpPr>
            <p:cNvPr id="46" name="Rectangle 45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Rectangle 48"/>
          <p:cNvSpPr/>
          <p:nvPr/>
        </p:nvSpPr>
        <p:spPr>
          <a:xfrm>
            <a:off x="3505200" y="19812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9"/>
          <p:cNvGrpSpPr/>
          <p:nvPr/>
        </p:nvGrpSpPr>
        <p:grpSpPr>
          <a:xfrm>
            <a:off x="4114800" y="1981200"/>
            <a:ext cx="1447800" cy="381000"/>
            <a:chOff x="6019800" y="2895600"/>
            <a:chExt cx="1828800" cy="533400"/>
          </a:xfrm>
        </p:grpSpPr>
        <p:sp>
          <p:nvSpPr>
            <p:cNvPr id="51" name="Rectangle 50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53"/>
          <p:cNvGrpSpPr/>
          <p:nvPr/>
        </p:nvGrpSpPr>
        <p:grpSpPr>
          <a:xfrm>
            <a:off x="5715000" y="1981200"/>
            <a:ext cx="2286000" cy="381000"/>
            <a:chOff x="6248400" y="1066800"/>
            <a:chExt cx="2286000" cy="381000"/>
          </a:xfrm>
        </p:grpSpPr>
        <p:sp>
          <p:nvSpPr>
            <p:cNvPr id="55" name="Rectangle 54"/>
            <p:cNvSpPr/>
            <p:nvPr/>
          </p:nvSpPr>
          <p:spPr>
            <a:xfrm>
              <a:off x="62484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7056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1628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6200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80772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8153400" y="19812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Arrow Connector 60"/>
          <p:cNvCxnSpPr/>
          <p:nvPr/>
        </p:nvCxnSpPr>
        <p:spPr>
          <a:xfrm rot="5400000" flipH="1" flipV="1">
            <a:off x="686594" y="2132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rot="5400000">
            <a:off x="838994" y="2132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rot="5400000" flipH="1" flipV="1">
            <a:off x="1295400" y="2132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rot="5400000">
            <a:off x="1447006" y="2132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rot="5400000" flipH="1" flipV="1">
            <a:off x="1981994" y="2132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rot="5400000" flipH="1" flipV="1">
            <a:off x="2437606" y="2132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rot="5400000" flipH="1" flipV="1">
            <a:off x="2894806" y="2132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rot="5400000">
            <a:off x="2134394" y="2132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rot="5400000">
            <a:off x="2591594" y="2132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rot="5400000">
            <a:off x="3047206" y="2132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rot="5400000" flipH="1" flipV="1">
            <a:off x="3505994" y="2132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rot="5400000">
            <a:off x="3656806" y="2132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rot="5400000" flipH="1" flipV="1">
            <a:off x="4115594" y="2132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rot="5400000" flipH="1" flipV="1">
            <a:off x="4571206" y="2132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rot="5400000" flipH="1" flipV="1">
            <a:off x="5104606" y="2132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rot="5400000">
            <a:off x="4266406" y="2132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rot="5400000">
            <a:off x="4725194" y="2132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 rot="5400000">
            <a:off x="5257006" y="2132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rot="5400000" flipH="1" flipV="1">
            <a:off x="8152606" y="2132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 rot="5400000">
            <a:off x="8305006" y="2132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rot="5400000" flipH="1" flipV="1">
            <a:off x="5715794" y="2132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 rot="5400000" flipH="1" flipV="1">
            <a:off x="6171406" y="2132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685800" y="28956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1295400" y="28956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84"/>
          <p:cNvGrpSpPr/>
          <p:nvPr/>
        </p:nvGrpSpPr>
        <p:grpSpPr>
          <a:xfrm>
            <a:off x="1905000" y="2895600"/>
            <a:ext cx="1447800" cy="381000"/>
            <a:chOff x="6019800" y="2895600"/>
            <a:chExt cx="1828800" cy="533400"/>
          </a:xfrm>
        </p:grpSpPr>
        <p:sp>
          <p:nvSpPr>
            <p:cNvPr id="86" name="Rectangle 85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9" name="Rectangle 88"/>
          <p:cNvSpPr/>
          <p:nvPr/>
        </p:nvSpPr>
        <p:spPr>
          <a:xfrm>
            <a:off x="3505200" y="28956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5" name="Group 89"/>
          <p:cNvGrpSpPr/>
          <p:nvPr/>
        </p:nvGrpSpPr>
        <p:grpSpPr>
          <a:xfrm>
            <a:off x="4114800" y="2895600"/>
            <a:ext cx="1447800" cy="381000"/>
            <a:chOff x="6019800" y="2895600"/>
            <a:chExt cx="1828800" cy="533400"/>
          </a:xfrm>
        </p:grpSpPr>
        <p:sp>
          <p:nvSpPr>
            <p:cNvPr id="91" name="Rectangle 90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93"/>
          <p:cNvGrpSpPr/>
          <p:nvPr/>
        </p:nvGrpSpPr>
        <p:grpSpPr>
          <a:xfrm>
            <a:off x="5715000" y="2895600"/>
            <a:ext cx="2286000" cy="381000"/>
            <a:chOff x="6248400" y="1066800"/>
            <a:chExt cx="2286000" cy="381000"/>
          </a:xfrm>
        </p:grpSpPr>
        <p:sp>
          <p:nvSpPr>
            <p:cNvPr id="95" name="Rectangle 94"/>
            <p:cNvSpPr/>
            <p:nvPr/>
          </p:nvSpPr>
          <p:spPr>
            <a:xfrm>
              <a:off x="62484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67056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71628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76200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80772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0" name="Rectangle 99"/>
          <p:cNvSpPr/>
          <p:nvPr/>
        </p:nvSpPr>
        <p:spPr>
          <a:xfrm>
            <a:off x="8153400" y="28956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" name="Straight Arrow Connector 100"/>
          <p:cNvCxnSpPr/>
          <p:nvPr/>
        </p:nvCxnSpPr>
        <p:spPr>
          <a:xfrm rot="5400000" flipH="1" flipV="1">
            <a:off x="686594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/>
          <p:nvPr/>
        </p:nvCxnSpPr>
        <p:spPr>
          <a:xfrm rot="5400000">
            <a:off x="838994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 rot="5400000" flipH="1" flipV="1">
            <a:off x="1295400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 rot="5400000">
            <a:off x="1447006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 rot="5400000" flipH="1" flipV="1">
            <a:off x="1981994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 rot="5400000" flipH="1" flipV="1">
            <a:off x="2437606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 rot="5400000" flipH="1" flipV="1">
            <a:off x="2894806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 rot="5400000">
            <a:off x="2134394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/>
          <p:nvPr/>
        </p:nvCxnSpPr>
        <p:spPr>
          <a:xfrm rot="5400000">
            <a:off x="2591594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/>
          <p:nvPr/>
        </p:nvCxnSpPr>
        <p:spPr>
          <a:xfrm rot="5400000">
            <a:off x="3047206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/>
          <p:nvPr/>
        </p:nvCxnSpPr>
        <p:spPr>
          <a:xfrm rot="5400000" flipH="1" flipV="1">
            <a:off x="3505994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>
          <a:xfrm rot="5400000">
            <a:off x="3656806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/>
          <p:nvPr/>
        </p:nvCxnSpPr>
        <p:spPr>
          <a:xfrm rot="5400000" flipH="1" flipV="1">
            <a:off x="4115594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 rot="5400000" flipH="1" flipV="1">
            <a:off x="4571206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/>
          <p:nvPr/>
        </p:nvCxnSpPr>
        <p:spPr>
          <a:xfrm rot="5400000" flipH="1" flipV="1">
            <a:off x="5104606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 rot="5400000">
            <a:off x="4266406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rot="5400000">
            <a:off x="4725194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/>
          <p:nvPr/>
        </p:nvCxnSpPr>
        <p:spPr>
          <a:xfrm rot="5400000">
            <a:off x="5257006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/>
          <p:nvPr/>
        </p:nvCxnSpPr>
        <p:spPr>
          <a:xfrm rot="5400000" flipH="1" flipV="1">
            <a:off x="8152606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/>
          <p:nvPr/>
        </p:nvCxnSpPr>
        <p:spPr>
          <a:xfrm rot="5400000">
            <a:off x="8305006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/>
          <p:nvPr/>
        </p:nvCxnSpPr>
        <p:spPr>
          <a:xfrm rot="5400000" flipH="1" flipV="1">
            <a:off x="5715794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/>
          <p:nvPr/>
        </p:nvCxnSpPr>
        <p:spPr>
          <a:xfrm rot="5400000" flipH="1" flipV="1">
            <a:off x="6171406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/>
          <p:nvPr/>
        </p:nvCxnSpPr>
        <p:spPr>
          <a:xfrm rot="5400000" flipH="1" flipV="1">
            <a:off x="6630194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/>
          <p:cNvSpPr/>
          <p:nvPr/>
        </p:nvSpPr>
        <p:spPr>
          <a:xfrm>
            <a:off x="685800" y="42672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/>
          <p:cNvSpPr/>
          <p:nvPr/>
        </p:nvSpPr>
        <p:spPr>
          <a:xfrm>
            <a:off x="1295400" y="42672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4" name="Group 125"/>
          <p:cNvGrpSpPr/>
          <p:nvPr/>
        </p:nvGrpSpPr>
        <p:grpSpPr>
          <a:xfrm>
            <a:off x="1905000" y="4267200"/>
            <a:ext cx="1447800" cy="381000"/>
            <a:chOff x="6019800" y="2895600"/>
            <a:chExt cx="1828800" cy="533400"/>
          </a:xfrm>
        </p:grpSpPr>
        <p:sp>
          <p:nvSpPr>
            <p:cNvPr id="127" name="Rectangle 126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0" name="Rectangle 129"/>
          <p:cNvSpPr/>
          <p:nvPr/>
        </p:nvSpPr>
        <p:spPr>
          <a:xfrm>
            <a:off x="3505200" y="42672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6" name="Group 130"/>
          <p:cNvGrpSpPr/>
          <p:nvPr/>
        </p:nvGrpSpPr>
        <p:grpSpPr>
          <a:xfrm>
            <a:off x="4114800" y="4267200"/>
            <a:ext cx="1447800" cy="381000"/>
            <a:chOff x="6019800" y="2895600"/>
            <a:chExt cx="1828800" cy="533400"/>
          </a:xfrm>
        </p:grpSpPr>
        <p:sp>
          <p:nvSpPr>
            <p:cNvPr id="132" name="Rectangle 131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1" name="Group 134"/>
          <p:cNvGrpSpPr/>
          <p:nvPr/>
        </p:nvGrpSpPr>
        <p:grpSpPr>
          <a:xfrm>
            <a:off x="5715000" y="4267200"/>
            <a:ext cx="2286000" cy="381000"/>
            <a:chOff x="6248400" y="1066800"/>
            <a:chExt cx="2286000" cy="381000"/>
          </a:xfrm>
        </p:grpSpPr>
        <p:sp>
          <p:nvSpPr>
            <p:cNvPr id="136" name="Rectangle 135"/>
            <p:cNvSpPr/>
            <p:nvPr/>
          </p:nvSpPr>
          <p:spPr>
            <a:xfrm>
              <a:off x="62484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67056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71628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76200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80772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1" name="Rectangle 140"/>
          <p:cNvSpPr/>
          <p:nvPr/>
        </p:nvSpPr>
        <p:spPr>
          <a:xfrm>
            <a:off x="8153400" y="42672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2" name="Straight Arrow Connector 141"/>
          <p:cNvCxnSpPr/>
          <p:nvPr/>
        </p:nvCxnSpPr>
        <p:spPr>
          <a:xfrm rot="5400000" flipH="1" flipV="1">
            <a:off x="6865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/>
          <p:nvPr/>
        </p:nvCxnSpPr>
        <p:spPr>
          <a:xfrm rot="5400000">
            <a:off x="8389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/>
          <p:nvPr/>
        </p:nvCxnSpPr>
        <p:spPr>
          <a:xfrm rot="5400000" flipH="1" flipV="1">
            <a:off x="1295400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/>
          <p:nvPr/>
        </p:nvCxnSpPr>
        <p:spPr>
          <a:xfrm rot="5400000">
            <a:off x="1447006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/>
          <p:cNvCxnSpPr/>
          <p:nvPr/>
        </p:nvCxnSpPr>
        <p:spPr>
          <a:xfrm rot="5400000" flipH="1" flipV="1">
            <a:off x="19819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/>
          <p:cNvCxnSpPr/>
          <p:nvPr/>
        </p:nvCxnSpPr>
        <p:spPr>
          <a:xfrm rot="5400000" flipH="1" flipV="1">
            <a:off x="2437606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 rot="5400000" flipH="1" flipV="1">
            <a:off x="2894806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 rot="5400000">
            <a:off x="21343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 rot="5400000">
            <a:off x="25915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 rot="5400000">
            <a:off x="3047206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 rot="5400000" flipH="1" flipV="1">
            <a:off x="35059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 rot="5400000">
            <a:off x="3656806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 rot="5400000" flipH="1" flipV="1">
            <a:off x="41155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 rot="5400000" flipH="1" flipV="1">
            <a:off x="4571206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 rot="5400000" flipH="1" flipV="1">
            <a:off x="5104606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rot="5400000">
            <a:off x="4266406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/>
          <p:cNvCxnSpPr/>
          <p:nvPr/>
        </p:nvCxnSpPr>
        <p:spPr>
          <a:xfrm rot="5400000">
            <a:off x="47251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 rot="5400000">
            <a:off x="5257006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 rot="5400000" flipH="1" flipV="1">
            <a:off x="8152606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 rot="5400000" flipH="1" flipV="1">
            <a:off x="57157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 rot="5400000" flipH="1" flipV="1">
            <a:off x="6171406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 rot="5400000" flipH="1" flipV="1">
            <a:off x="66301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 rot="5400000" flipH="1" flipV="1">
            <a:off x="70873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 rot="5400000" flipH="1" flipV="1">
            <a:off x="7543006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ctangle 166"/>
          <p:cNvSpPr/>
          <p:nvPr/>
        </p:nvSpPr>
        <p:spPr>
          <a:xfrm>
            <a:off x="685800" y="53340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/>
          <p:cNvSpPr/>
          <p:nvPr/>
        </p:nvSpPr>
        <p:spPr>
          <a:xfrm>
            <a:off x="1295400" y="53340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5" name="Group 168"/>
          <p:cNvGrpSpPr/>
          <p:nvPr/>
        </p:nvGrpSpPr>
        <p:grpSpPr>
          <a:xfrm>
            <a:off x="1905000" y="5334000"/>
            <a:ext cx="1447800" cy="381000"/>
            <a:chOff x="6019800" y="2895600"/>
            <a:chExt cx="1828800" cy="533400"/>
          </a:xfrm>
        </p:grpSpPr>
        <p:sp>
          <p:nvSpPr>
            <p:cNvPr id="170" name="Rectangle 169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3" name="Rectangle 172"/>
          <p:cNvSpPr/>
          <p:nvPr/>
        </p:nvSpPr>
        <p:spPr>
          <a:xfrm>
            <a:off x="3505200" y="53340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6" name="Group 173"/>
          <p:cNvGrpSpPr/>
          <p:nvPr/>
        </p:nvGrpSpPr>
        <p:grpSpPr>
          <a:xfrm>
            <a:off x="4114800" y="5334000"/>
            <a:ext cx="1447800" cy="381000"/>
            <a:chOff x="6019800" y="2895600"/>
            <a:chExt cx="1828800" cy="533400"/>
          </a:xfrm>
        </p:grpSpPr>
        <p:sp>
          <p:nvSpPr>
            <p:cNvPr id="175" name="Rectangle 174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9" name="Group 177"/>
          <p:cNvGrpSpPr/>
          <p:nvPr/>
        </p:nvGrpSpPr>
        <p:grpSpPr>
          <a:xfrm>
            <a:off x="5715000" y="5334000"/>
            <a:ext cx="2286000" cy="381000"/>
            <a:chOff x="6248400" y="1066800"/>
            <a:chExt cx="2286000" cy="381000"/>
          </a:xfrm>
        </p:grpSpPr>
        <p:sp>
          <p:nvSpPr>
            <p:cNvPr id="179" name="Rectangle 178"/>
            <p:cNvSpPr/>
            <p:nvPr/>
          </p:nvSpPr>
          <p:spPr>
            <a:xfrm>
              <a:off x="62484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/>
            <p:cNvSpPr/>
            <p:nvPr/>
          </p:nvSpPr>
          <p:spPr>
            <a:xfrm>
              <a:off x="67056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/>
            <p:cNvSpPr/>
            <p:nvPr/>
          </p:nvSpPr>
          <p:spPr>
            <a:xfrm>
              <a:off x="71628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Rectangle 181"/>
            <p:cNvSpPr/>
            <p:nvPr/>
          </p:nvSpPr>
          <p:spPr>
            <a:xfrm>
              <a:off x="76200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80772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4" name="Rectangle 183"/>
          <p:cNvSpPr/>
          <p:nvPr/>
        </p:nvSpPr>
        <p:spPr>
          <a:xfrm>
            <a:off x="8153400" y="53340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5" name="Straight Arrow Connector 184"/>
          <p:cNvCxnSpPr/>
          <p:nvPr/>
        </p:nvCxnSpPr>
        <p:spPr>
          <a:xfrm rot="5400000" flipH="1" flipV="1">
            <a:off x="686594" y="5485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/>
          <p:cNvCxnSpPr/>
          <p:nvPr/>
        </p:nvCxnSpPr>
        <p:spPr>
          <a:xfrm rot="5400000">
            <a:off x="838994" y="5485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/>
          <p:nvPr/>
        </p:nvCxnSpPr>
        <p:spPr>
          <a:xfrm rot="5400000" flipH="1" flipV="1">
            <a:off x="1295400" y="5485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/>
          <p:cNvCxnSpPr/>
          <p:nvPr/>
        </p:nvCxnSpPr>
        <p:spPr>
          <a:xfrm rot="5400000">
            <a:off x="1447006" y="5485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/>
          <p:cNvCxnSpPr/>
          <p:nvPr/>
        </p:nvCxnSpPr>
        <p:spPr>
          <a:xfrm rot="5400000" flipH="1" flipV="1">
            <a:off x="1981994" y="5485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/>
          <p:cNvCxnSpPr/>
          <p:nvPr/>
        </p:nvCxnSpPr>
        <p:spPr>
          <a:xfrm rot="5400000" flipH="1" flipV="1">
            <a:off x="2437606" y="5485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/>
          <p:cNvCxnSpPr/>
          <p:nvPr/>
        </p:nvCxnSpPr>
        <p:spPr>
          <a:xfrm rot="5400000" flipH="1" flipV="1">
            <a:off x="2894806" y="5485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/>
          <p:cNvCxnSpPr/>
          <p:nvPr/>
        </p:nvCxnSpPr>
        <p:spPr>
          <a:xfrm rot="5400000">
            <a:off x="2134394" y="5485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/>
          <p:cNvCxnSpPr/>
          <p:nvPr/>
        </p:nvCxnSpPr>
        <p:spPr>
          <a:xfrm rot="5400000">
            <a:off x="2591594" y="5485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/>
          <p:cNvCxnSpPr/>
          <p:nvPr/>
        </p:nvCxnSpPr>
        <p:spPr>
          <a:xfrm rot="5400000">
            <a:off x="3047206" y="5485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/>
          <p:cNvCxnSpPr/>
          <p:nvPr/>
        </p:nvCxnSpPr>
        <p:spPr>
          <a:xfrm rot="5400000" flipH="1" flipV="1">
            <a:off x="3505994" y="5485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/>
          <p:cNvCxnSpPr/>
          <p:nvPr/>
        </p:nvCxnSpPr>
        <p:spPr>
          <a:xfrm rot="5400000">
            <a:off x="3656806" y="5485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/>
          <p:cNvCxnSpPr/>
          <p:nvPr/>
        </p:nvCxnSpPr>
        <p:spPr>
          <a:xfrm rot="5400000" flipH="1" flipV="1">
            <a:off x="4115594" y="5485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/>
          <p:cNvCxnSpPr/>
          <p:nvPr/>
        </p:nvCxnSpPr>
        <p:spPr>
          <a:xfrm rot="5400000" flipH="1" flipV="1">
            <a:off x="4571206" y="5485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/>
          <p:cNvCxnSpPr/>
          <p:nvPr/>
        </p:nvCxnSpPr>
        <p:spPr>
          <a:xfrm rot="5400000" flipH="1" flipV="1">
            <a:off x="5104606" y="5485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/>
          <p:cNvCxnSpPr/>
          <p:nvPr/>
        </p:nvCxnSpPr>
        <p:spPr>
          <a:xfrm rot="5400000">
            <a:off x="4266406" y="5485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/>
          <p:cNvCxnSpPr/>
          <p:nvPr/>
        </p:nvCxnSpPr>
        <p:spPr>
          <a:xfrm rot="5400000">
            <a:off x="4725194" y="5485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/>
          <p:cNvCxnSpPr/>
          <p:nvPr/>
        </p:nvCxnSpPr>
        <p:spPr>
          <a:xfrm rot="5400000">
            <a:off x="5257006" y="5485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/>
          <p:cNvCxnSpPr/>
          <p:nvPr/>
        </p:nvCxnSpPr>
        <p:spPr>
          <a:xfrm rot="5400000" flipH="1" flipV="1">
            <a:off x="8154194" y="5485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/>
          <p:cNvCxnSpPr/>
          <p:nvPr/>
        </p:nvCxnSpPr>
        <p:spPr>
          <a:xfrm rot="5400000">
            <a:off x="8306594" y="5485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/>
          <p:cNvCxnSpPr/>
          <p:nvPr/>
        </p:nvCxnSpPr>
        <p:spPr>
          <a:xfrm rot="5400000" flipH="1" flipV="1">
            <a:off x="5715794" y="5485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/>
          <p:cNvCxnSpPr/>
          <p:nvPr/>
        </p:nvCxnSpPr>
        <p:spPr>
          <a:xfrm rot="5400000" flipH="1" flipV="1">
            <a:off x="6171406" y="5485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/>
          <p:cNvCxnSpPr/>
          <p:nvPr/>
        </p:nvCxnSpPr>
        <p:spPr>
          <a:xfrm rot="5400000" flipH="1" flipV="1">
            <a:off x="6630194" y="5485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/>
          <p:cNvCxnSpPr/>
          <p:nvPr/>
        </p:nvCxnSpPr>
        <p:spPr>
          <a:xfrm rot="5400000" flipH="1" flipV="1">
            <a:off x="7087394" y="5485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/>
          <p:cNvCxnSpPr/>
          <p:nvPr/>
        </p:nvCxnSpPr>
        <p:spPr>
          <a:xfrm rot="5400000" flipH="1" flipV="1">
            <a:off x="7543006" y="54856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/>
          <p:cNvCxnSpPr/>
          <p:nvPr/>
        </p:nvCxnSpPr>
        <p:spPr>
          <a:xfrm>
            <a:off x="1371600" y="3656012"/>
            <a:ext cx="3962400" cy="158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>
                      <p:stCondLst>
                        <p:cond delay="indefinite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0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1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2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9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0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6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1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9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0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indefinite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5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6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>
                      <p:stCondLst>
                        <p:cond delay="indefinite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indefinite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9" fill="hold">
                      <p:stCondLst>
                        <p:cond delay="indefinite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3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9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1" fill="hold">
                      <p:stCondLst>
                        <p:cond delay="indefinite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5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6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>
                      <p:stCondLst>
                        <p:cond delay="indefinite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2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fill="hold">
                      <p:stCondLst>
                        <p:cond delay="indefinite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7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9" fill="hold">
                      <p:stCondLst>
                        <p:cond delay="indefinite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4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5" fill="hold">
                      <p:stCondLst>
                        <p:cond delay="indefinite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9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0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1" fill="hold">
                      <p:stCondLst>
                        <p:cond delay="indefinite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5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6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7" fill="hold">
                      <p:stCondLst>
                        <p:cond delay="indefinite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id="5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1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2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3" fill="hold">
                      <p:stCondLst>
                        <p:cond delay="indefinite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7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8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9" fill="hold">
                      <p:stCondLst>
                        <p:cond delay="indefinite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5" fill="hold">
                      <p:stCondLst>
                        <p:cond delay="indefinite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3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4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5" fill="hold">
                      <p:stCondLst>
                        <p:cond delay="indefinite"/>
                      </p:stCondLst>
                      <p:childTnLst>
                        <p:par>
                          <p:cTn id="566" fill="hold">
                            <p:stCondLst>
                              <p:cond delay="0"/>
                            </p:stCondLst>
                            <p:childTnLst>
                              <p:par>
                                <p:cTn id="5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9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0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1" fill="hold">
                      <p:stCondLst>
                        <p:cond delay="indefinite"/>
                      </p:stCondLst>
                      <p:childTnLst>
                        <p:par>
                          <p:cTn id="572" fill="hold">
                            <p:stCondLst>
                              <p:cond delay="0"/>
                            </p:stCondLst>
                            <p:childTnLst>
                              <p:par>
                                <p:cTn id="5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5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6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7" fill="hold">
                      <p:stCondLst>
                        <p:cond delay="indefinite"/>
                      </p:stCondLst>
                      <p:childTnLst>
                        <p:par>
                          <p:cTn id="578" fill="hold">
                            <p:stCondLst>
                              <p:cond delay="0"/>
                            </p:stCondLst>
                            <p:childTnLst>
                              <p:par>
                                <p:cTn id="5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3" fill="hold">
                      <p:stCondLst>
                        <p:cond delay="indefinite"/>
                      </p:stCondLst>
                      <p:childTnLst>
                        <p:par>
                          <p:cTn id="584" fill="hold">
                            <p:stCondLst>
                              <p:cond delay="0"/>
                            </p:stCondLst>
                            <p:childTnLst>
                              <p:par>
                                <p:cTn id="5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9" fill="hold">
                      <p:stCondLst>
                        <p:cond delay="indefinite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id="5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5" fill="hold">
                      <p:stCondLst>
                        <p:cond delay="indefinite"/>
                      </p:stCondLst>
                      <p:childTnLst>
                        <p:par>
                          <p:cTn id="596" fill="hold">
                            <p:stCondLst>
                              <p:cond delay="0"/>
                            </p:stCondLst>
                            <p:childTnLst>
                              <p:par>
                                <p:cTn id="5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0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1" fill="hold">
                      <p:stCondLst>
                        <p:cond delay="indefinite"/>
                      </p:stCondLst>
                      <p:childTnLst>
                        <p:par>
                          <p:cTn id="602" fill="hold">
                            <p:stCondLst>
                              <p:cond delay="0"/>
                            </p:stCondLst>
                            <p:childTnLst>
                              <p:par>
                                <p:cTn id="6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5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6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7" fill="hold">
                      <p:stCondLst>
                        <p:cond delay="indefinite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1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2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3" fill="hold">
                      <p:stCondLst>
                        <p:cond delay="indefinite"/>
                      </p:stCondLst>
                      <p:childTnLst>
                        <p:par>
                          <p:cTn id="614" fill="hold">
                            <p:stCondLst>
                              <p:cond delay="0"/>
                            </p:stCondLst>
                            <p:childTnLst>
                              <p:par>
                                <p:cTn id="6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7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8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9" fill="hold">
                      <p:stCondLst>
                        <p:cond delay="indefinite"/>
                      </p:stCondLst>
                      <p:childTnLst>
                        <p:par>
                          <p:cTn id="620" fill="hold">
                            <p:stCondLst>
                              <p:cond delay="0"/>
                            </p:stCondLst>
                            <p:childTnLst>
                              <p:par>
                                <p:cTn id="6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3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4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5" fill="hold">
                      <p:stCondLst>
                        <p:cond delay="indefinite"/>
                      </p:stCondLst>
                      <p:childTnLst>
                        <p:par>
                          <p:cTn id="626" fill="hold">
                            <p:stCondLst>
                              <p:cond delay="0"/>
                            </p:stCondLst>
                            <p:childTnLst>
                              <p:par>
                                <p:cTn id="6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9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0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1" fill="hold">
                      <p:stCondLst>
                        <p:cond delay="indefinite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5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6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7" fill="hold">
                      <p:stCondLst>
                        <p:cond delay="indefinite"/>
                      </p:stCondLst>
                      <p:childTnLst>
                        <p:par>
                          <p:cTn id="638" fill="hold">
                            <p:stCondLst>
                              <p:cond delay="0"/>
                            </p:stCondLst>
                            <p:childTnLst>
                              <p:par>
                                <p:cTn id="6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1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2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3" fill="hold">
                      <p:stCondLst>
                        <p:cond delay="indefinite"/>
                      </p:stCondLst>
                      <p:childTnLst>
                        <p:par>
                          <p:cTn id="644" fill="hold">
                            <p:stCondLst>
                              <p:cond delay="0"/>
                            </p:stCondLst>
                            <p:childTnLst>
                              <p:par>
                                <p:cTn id="6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7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8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9" fill="hold">
                      <p:stCondLst>
                        <p:cond delay="indefinite"/>
                      </p:stCondLst>
                      <p:childTnLst>
                        <p:par>
                          <p:cTn id="650" fill="hold">
                            <p:stCondLst>
                              <p:cond delay="0"/>
                            </p:stCondLst>
                            <p:childTnLst>
                              <p:par>
                                <p:cTn id="6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3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4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5" fill="hold">
                      <p:stCondLst>
                        <p:cond delay="indefinite"/>
                      </p:stCondLst>
                      <p:childTnLst>
                        <p:par>
                          <p:cTn id="656" fill="hold">
                            <p:stCondLst>
                              <p:cond delay="0"/>
                            </p:stCondLst>
                            <p:childTnLst>
                              <p:par>
                                <p:cTn id="6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9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0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1" fill="hold">
                      <p:stCondLst>
                        <p:cond delay="indefinite"/>
                      </p:stCondLst>
                      <p:childTnLst>
                        <p:par>
                          <p:cTn id="662" fill="hold">
                            <p:stCondLst>
                              <p:cond delay="0"/>
                            </p:stCondLst>
                            <p:childTnLst>
                              <p:par>
                                <p:cTn id="6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5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6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7" fill="hold">
                      <p:stCondLst>
                        <p:cond delay="indefinite"/>
                      </p:stCondLst>
                      <p:childTnLst>
                        <p:par>
                          <p:cTn id="668" fill="hold">
                            <p:stCondLst>
                              <p:cond delay="0"/>
                            </p:stCondLst>
                            <p:childTnLst>
                              <p:par>
                                <p:cTn id="6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1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2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3" fill="hold">
                      <p:stCondLst>
                        <p:cond delay="indefinite"/>
                      </p:stCondLst>
                      <p:childTnLst>
                        <p:par>
                          <p:cTn id="674" fill="hold">
                            <p:stCondLst>
                              <p:cond delay="0"/>
                            </p:stCondLst>
                            <p:childTnLst>
                              <p:par>
                                <p:cTn id="6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7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8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9" fill="hold">
                      <p:stCondLst>
                        <p:cond delay="indefinite"/>
                      </p:stCondLst>
                      <p:childTnLst>
                        <p:par>
                          <p:cTn id="680" fill="hold">
                            <p:stCondLst>
                              <p:cond delay="0"/>
                            </p:stCondLst>
                            <p:childTnLst>
                              <p:par>
                                <p:cTn id="6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3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4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5" fill="hold">
                      <p:stCondLst>
                        <p:cond delay="indefinite"/>
                      </p:stCondLst>
                      <p:childTnLst>
                        <p:par>
                          <p:cTn id="686" fill="hold">
                            <p:stCondLst>
                              <p:cond delay="0"/>
                            </p:stCondLst>
                            <p:childTnLst>
                              <p:par>
                                <p:cTn id="6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9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0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1" fill="hold">
                      <p:stCondLst>
                        <p:cond delay="indefinite"/>
                      </p:stCondLst>
                      <p:childTnLst>
                        <p:par>
                          <p:cTn id="692" fill="hold">
                            <p:stCondLst>
                              <p:cond delay="0"/>
                            </p:stCondLst>
                            <p:childTnLst>
                              <p:par>
                                <p:cTn id="6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5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6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7" fill="hold">
                      <p:stCondLst>
                        <p:cond delay="indefinite"/>
                      </p:stCondLst>
                      <p:childTnLst>
                        <p:par>
                          <p:cTn id="698" fill="hold">
                            <p:stCondLst>
                              <p:cond delay="0"/>
                            </p:stCondLst>
                            <p:childTnLst>
                              <p:par>
                                <p:cTn id="6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1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2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3" fill="hold">
                      <p:stCondLst>
                        <p:cond delay="indefinite"/>
                      </p:stCondLst>
                      <p:childTnLst>
                        <p:par>
                          <p:cTn id="704" fill="hold">
                            <p:stCondLst>
                              <p:cond delay="0"/>
                            </p:stCondLst>
                            <p:childTnLst>
                              <p:par>
                                <p:cTn id="7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7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8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9" fill="hold">
                      <p:stCondLst>
                        <p:cond delay="indefinite"/>
                      </p:stCondLst>
                      <p:childTnLst>
                        <p:par>
                          <p:cTn id="710" fill="hold">
                            <p:stCondLst>
                              <p:cond delay="0"/>
                            </p:stCondLst>
                            <p:childTnLst>
                              <p:par>
                                <p:cTn id="7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3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4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5" fill="hold">
                      <p:stCondLst>
                        <p:cond delay="indefinite"/>
                      </p:stCondLst>
                      <p:childTnLst>
                        <p:par>
                          <p:cTn id="716" fill="hold">
                            <p:stCondLst>
                              <p:cond delay="0"/>
                            </p:stCondLst>
                            <p:childTnLst>
                              <p:par>
                                <p:cTn id="7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9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0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1" fill="hold">
                      <p:stCondLst>
                        <p:cond delay="indefinite"/>
                      </p:stCondLst>
                      <p:childTnLst>
                        <p:par>
                          <p:cTn id="722" fill="hold">
                            <p:stCondLst>
                              <p:cond delay="0"/>
                            </p:stCondLst>
                            <p:childTnLst>
                              <p:par>
                                <p:cTn id="7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5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6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7" fill="hold">
                      <p:stCondLst>
                        <p:cond delay="indefinite"/>
                      </p:stCondLst>
                      <p:childTnLst>
                        <p:par>
                          <p:cTn id="728" fill="hold">
                            <p:stCondLst>
                              <p:cond delay="0"/>
                            </p:stCondLst>
                            <p:childTnLst>
                              <p:par>
                                <p:cTn id="7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1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2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3" fill="hold">
                      <p:stCondLst>
                        <p:cond delay="indefinite"/>
                      </p:stCondLst>
                      <p:childTnLst>
                        <p:par>
                          <p:cTn id="734" fill="hold">
                            <p:stCondLst>
                              <p:cond delay="0"/>
                            </p:stCondLst>
                            <p:childTnLst>
                              <p:par>
                                <p:cTn id="7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7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8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9" fill="hold">
                      <p:stCondLst>
                        <p:cond delay="indefinite"/>
                      </p:stCondLst>
                      <p:childTnLst>
                        <p:par>
                          <p:cTn id="740" fill="hold">
                            <p:stCondLst>
                              <p:cond delay="0"/>
                            </p:stCondLst>
                            <p:childTnLst>
                              <p:par>
                                <p:cTn id="7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3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4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5" fill="hold">
                      <p:stCondLst>
                        <p:cond delay="indefinite"/>
                      </p:stCondLst>
                      <p:childTnLst>
                        <p:par>
                          <p:cTn id="746" fill="hold">
                            <p:stCondLst>
                              <p:cond delay="0"/>
                            </p:stCondLst>
                            <p:childTnLst>
                              <p:par>
                                <p:cTn id="7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9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0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1" fill="hold">
                      <p:stCondLst>
                        <p:cond delay="indefinite"/>
                      </p:stCondLst>
                      <p:childTnLst>
                        <p:par>
                          <p:cTn id="752" fill="hold">
                            <p:stCondLst>
                              <p:cond delay="0"/>
                            </p:stCondLst>
                            <p:childTnLst>
                              <p:par>
                                <p:cTn id="7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7" fill="hold">
                      <p:stCondLst>
                        <p:cond delay="indefinite"/>
                      </p:stCondLst>
                      <p:childTnLst>
                        <p:par>
                          <p:cTn id="758" fill="hold">
                            <p:stCondLst>
                              <p:cond delay="0"/>
                            </p:stCondLst>
                            <p:childTnLst>
                              <p:par>
                                <p:cTn id="7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1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2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3" fill="hold">
                      <p:stCondLst>
                        <p:cond delay="indefinite"/>
                      </p:stCondLst>
                      <p:childTnLst>
                        <p:par>
                          <p:cTn id="764" fill="hold">
                            <p:stCondLst>
                              <p:cond delay="0"/>
                            </p:stCondLst>
                            <p:childTnLst>
                              <p:par>
                                <p:cTn id="7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7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8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9" fill="hold">
                      <p:stCondLst>
                        <p:cond delay="indefinite"/>
                      </p:stCondLst>
                      <p:childTnLst>
                        <p:par>
                          <p:cTn id="770" fill="hold">
                            <p:stCondLst>
                              <p:cond delay="0"/>
                            </p:stCondLst>
                            <p:childTnLst>
                              <p:par>
                                <p:cTn id="7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3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4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5" fill="hold">
                      <p:stCondLst>
                        <p:cond delay="indefinite"/>
                      </p:stCondLst>
                      <p:childTnLst>
                        <p:par>
                          <p:cTn id="776" fill="hold">
                            <p:stCondLst>
                              <p:cond delay="0"/>
                            </p:stCondLst>
                            <p:childTnLst>
                              <p:par>
                                <p:cTn id="7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9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0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1" fill="hold">
                      <p:stCondLst>
                        <p:cond delay="indefinite"/>
                      </p:stCondLst>
                      <p:childTnLst>
                        <p:par>
                          <p:cTn id="782" fill="hold">
                            <p:stCondLst>
                              <p:cond delay="0"/>
                            </p:stCondLst>
                            <p:childTnLst>
                              <p:par>
                                <p:cTn id="7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5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6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7" fill="hold">
                      <p:stCondLst>
                        <p:cond delay="indefinite"/>
                      </p:stCondLst>
                      <p:childTnLst>
                        <p:par>
                          <p:cTn id="788" fill="hold">
                            <p:stCondLst>
                              <p:cond delay="0"/>
                            </p:stCondLst>
                            <p:childTnLst>
                              <p:par>
                                <p:cTn id="7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1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2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3" fill="hold">
                      <p:stCondLst>
                        <p:cond delay="indefinite"/>
                      </p:stCondLst>
                      <p:childTnLst>
                        <p:par>
                          <p:cTn id="794" fill="hold">
                            <p:stCondLst>
                              <p:cond delay="0"/>
                            </p:stCondLst>
                            <p:childTnLst>
                              <p:par>
                                <p:cTn id="7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7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8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9" fill="hold">
                      <p:stCondLst>
                        <p:cond delay="indefinite"/>
                      </p:stCondLst>
                      <p:childTnLst>
                        <p:par>
                          <p:cTn id="800" fill="hold">
                            <p:stCondLst>
                              <p:cond delay="0"/>
                            </p:stCondLst>
                            <p:childTnLst>
                              <p:par>
                                <p:cTn id="8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3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4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5" fill="hold">
                      <p:stCondLst>
                        <p:cond delay="indefinite"/>
                      </p:stCondLst>
                      <p:childTnLst>
                        <p:par>
                          <p:cTn id="806" fill="hold">
                            <p:stCondLst>
                              <p:cond delay="0"/>
                            </p:stCondLst>
                            <p:childTnLst>
                              <p:par>
                                <p:cTn id="8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9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0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1" fill="hold">
                      <p:stCondLst>
                        <p:cond delay="indefinite"/>
                      </p:stCondLst>
                      <p:childTnLst>
                        <p:par>
                          <p:cTn id="812" fill="hold">
                            <p:stCondLst>
                              <p:cond delay="0"/>
                            </p:stCondLst>
                            <p:childTnLst>
                              <p:par>
                                <p:cTn id="8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5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6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7" fill="hold">
                      <p:stCondLst>
                        <p:cond delay="indefinite"/>
                      </p:stCondLst>
                      <p:childTnLst>
                        <p:par>
                          <p:cTn id="818" fill="hold">
                            <p:stCondLst>
                              <p:cond delay="0"/>
                            </p:stCondLst>
                            <p:childTnLst>
                              <p:par>
                                <p:cTn id="8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1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2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3" fill="hold">
                      <p:stCondLst>
                        <p:cond delay="indefinite"/>
                      </p:stCondLst>
                      <p:childTnLst>
                        <p:par>
                          <p:cTn id="824" fill="hold">
                            <p:stCondLst>
                              <p:cond delay="0"/>
                            </p:stCondLst>
                            <p:childTnLst>
                              <p:par>
                                <p:cTn id="8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7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8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9" fill="hold">
                      <p:stCondLst>
                        <p:cond delay="indefinite"/>
                      </p:stCondLst>
                      <p:childTnLst>
                        <p:par>
                          <p:cTn id="830" fill="hold">
                            <p:stCondLst>
                              <p:cond delay="0"/>
                            </p:stCondLst>
                            <p:childTnLst>
                              <p:par>
                                <p:cTn id="8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3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4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5" fill="hold">
                      <p:stCondLst>
                        <p:cond delay="indefinite"/>
                      </p:stCondLst>
                      <p:childTnLst>
                        <p:par>
                          <p:cTn id="836" fill="hold">
                            <p:stCondLst>
                              <p:cond delay="0"/>
                            </p:stCondLst>
                            <p:childTnLst>
                              <p:par>
                                <p:cTn id="8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9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0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1" fill="hold">
                      <p:stCondLst>
                        <p:cond delay="indefinite"/>
                      </p:stCondLst>
                      <p:childTnLst>
                        <p:par>
                          <p:cTn id="842" fill="hold">
                            <p:stCondLst>
                              <p:cond delay="0"/>
                            </p:stCondLst>
                            <p:childTnLst>
                              <p:par>
                                <p:cTn id="8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5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6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7" fill="hold">
                      <p:stCondLst>
                        <p:cond delay="indefinite"/>
                      </p:stCondLst>
                      <p:childTnLst>
                        <p:par>
                          <p:cTn id="848" fill="hold">
                            <p:stCondLst>
                              <p:cond delay="0"/>
                            </p:stCondLst>
                            <p:childTnLst>
                              <p:par>
                                <p:cTn id="8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1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2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3" fill="hold">
                      <p:stCondLst>
                        <p:cond delay="indefinite"/>
                      </p:stCondLst>
                      <p:childTnLst>
                        <p:par>
                          <p:cTn id="854" fill="hold">
                            <p:stCondLst>
                              <p:cond delay="0"/>
                            </p:stCondLst>
                            <p:childTnLst>
                              <p:par>
                                <p:cTn id="8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7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8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9" fill="hold">
                      <p:stCondLst>
                        <p:cond delay="indefinite"/>
                      </p:stCondLst>
                      <p:childTnLst>
                        <p:par>
                          <p:cTn id="860" fill="hold">
                            <p:stCondLst>
                              <p:cond delay="0"/>
                            </p:stCondLst>
                            <p:childTnLst>
                              <p:par>
                                <p:cTn id="8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3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4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5" fill="hold">
                      <p:stCondLst>
                        <p:cond delay="indefinite"/>
                      </p:stCondLst>
                      <p:childTnLst>
                        <p:par>
                          <p:cTn id="866" fill="hold">
                            <p:stCondLst>
                              <p:cond delay="0"/>
                            </p:stCondLst>
                            <p:childTnLst>
                              <p:par>
                                <p:cTn id="8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9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0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1" fill="hold">
                      <p:stCondLst>
                        <p:cond delay="indefinite"/>
                      </p:stCondLst>
                      <p:childTnLst>
                        <p:par>
                          <p:cTn id="872" fill="hold">
                            <p:stCondLst>
                              <p:cond delay="0"/>
                            </p:stCondLst>
                            <p:childTnLst>
                              <p:par>
                                <p:cTn id="8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5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6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7" fill="hold">
                      <p:stCondLst>
                        <p:cond delay="indefinite"/>
                      </p:stCondLst>
                      <p:childTnLst>
                        <p:par>
                          <p:cTn id="878" fill="hold">
                            <p:stCondLst>
                              <p:cond delay="0"/>
                            </p:stCondLst>
                            <p:childTnLst>
                              <p:par>
                                <p:cTn id="8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1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2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3" fill="hold">
                      <p:stCondLst>
                        <p:cond delay="indefinite"/>
                      </p:stCondLst>
                      <p:childTnLst>
                        <p:par>
                          <p:cTn id="884" fill="hold">
                            <p:stCondLst>
                              <p:cond delay="0"/>
                            </p:stCondLst>
                            <p:childTnLst>
                              <p:par>
                                <p:cTn id="8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7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8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9" fill="hold">
                      <p:stCondLst>
                        <p:cond delay="indefinite"/>
                      </p:stCondLst>
                      <p:childTnLst>
                        <p:par>
                          <p:cTn id="890" fill="hold">
                            <p:stCondLst>
                              <p:cond delay="0"/>
                            </p:stCondLst>
                            <p:childTnLst>
                              <p:par>
                                <p:cTn id="8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3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4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5" fill="hold">
                      <p:stCondLst>
                        <p:cond delay="indefinite"/>
                      </p:stCondLst>
                      <p:childTnLst>
                        <p:par>
                          <p:cTn id="896" fill="hold">
                            <p:stCondLst>
                              <p:cond delay="0"/>
                            </p:stCondLst>
                            <p:childTnLst>
                              <p:par>
                                <p:cTn id="8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9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0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1" fill="hold">
                      <p:stCondLst>
                        <p:cond delay="indefinite"/>
                      </p:stCondLst>
                      <p:childTnLst>
                        <p:par>
                          <p:cTn id="902" fill="hold">
                            <p:stCondLst>
                              <p:cond delay="0"/>
                            </p:stCondLst>
                            <p:childTnLst>
                              <p:par>
                                <p:cTn id="9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5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6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7" fill="hold">
                      <p:stCondLst>
                        <p:cond delay="indefinite"/>
                      </p:stCondLst>
                      <p:childTnLst>
                        <p:par>
                          <p:cTn id="908" fill="hold">
                            <p:stCondLst>
                              <p:cond delay="0"/>
                            </p:stCondLst>
                            <p:childTnLst>
                              <p:par>
                                <p:cTn id="9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1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2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3" fill="hold">
                      <p:stCondLst>
                        <p:cond delay="indefinite"/>
                      </p:stCondLst>
                      <p:childTnLst>
                        <p:par>
                          <p:cTn id="914" fill="hold">
                            <p:stCondLst>
                              <p:cond delay="0"/>
                            </p:stCondLst>
                            <p:childTnLst>
                              <p:par>
                                <p:cTn id="9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7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8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9" fill="hold">
                      <p:stCondLst>
                        <p:cond delay="indefinite"/>
                      </p:stCondLst>
                      <p:childTnLst>
                        <p:par>
                          <p:cTn id="920" fill="hold">
                            <p:stCondLst>
                              <p:cond delay="0"/>
                            </p:stCondLst>
                            <p:childTnLst>
                              <p:par>
                                <p:cTn id="9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3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4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5" fill="hold">
                      <p:stCondLst>
                        <p:cond delay="indefinite"/>
                      </p:stCondLst>
                      <p:childTnLst>
                        <p:par>
                          <p:cTn id="926" fill="hold">
                            <p:stCondLst>
                              <p:cond delay="0"/>
                            </p:stCondLst>
                            <p:childTnLst>
                              <p:par>
                                <p:cTn id="9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9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0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1" fill="hold">
                      <p:stCondLst>
                        <p:cond delay="indefinite"/>
                      </p:stCondLst>
                      <p:childTnLst>
                        <p:par>
                          <p:cTn id="932" fill="hold">
                            <p:stCondLst>
                              <p:cond delay="0"/>
                            </p:stCondLst>
                            <p:childTnLst>
                              <p:par>
                                <p:cTn id="9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5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6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7" fill="hold">
                      <p:stCondLst>
                        <p:cond delay="indefinite"/>
                      </p:stCondLst>
                      <p:childTnLst>
                        <p:par>
                          <p:cTn id="938" fill="hold">
                            <p:stCondLst>
                              <p:cond delay="0"/>
                            </p:stCondLst>
                            <p:childTnLst>
                              <p:par>
                                <p:cTn id="9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1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2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3" fill="hold">
                      <p:stCondLst>
                        <p:cond delay="indefinite"/>
                      </p:stCondLst>
                      <p:childTnLst>
                        <p:par>
                          <p:cTn id="944" fill="hold">
                            <p:stCondLst>
                              <p:cond delay="0"/>
                            </p:stCondLst>
                            <p:childTnLst>
                              <p:par>
                                <p:cTn id="9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7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8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10" grpId="0" animBg="1"/>
      <p:bldP spid="21" grpId="0" animBg="1"/>
      <p:bldP spid="43" grpId="0" animBg="1"/>
      <p:bldP spid="44" grpId="0" animBg="1"/>
      <p:bldP spid="49" grpId="0" animBg="1"/>
      <p:bldP spid="60" grpId="0" animBg="1"/>
      <p:bldP spid="83" grpId="0" animBg="1"/>
      <p:bldP spid="84" grpId="0" animBg="1"/>
      <p:bldP spid="89" grpId="0" animBg="1"/>
      <p:bldP spid="100" grpId="0" animBg="1"/>
      <p:bldP spid="124" grpId="0" animBg="1"/>
      <p:bldP spid="125" grpId="0" animBg="1"/>
      <p:bldP spid="130" grpId="0" animBg="1"/>
      <p:bldP spid="141" grpId="0" animBg="1"/>
      <p:bldP spid="167" grpId="0" animBg="1"/>
      <p:bldP spid="168" grpId="0" animBg="1"/>
      <p:bldP spid="173" grpId="0" animBg="1"/>
      <p:bldP spid="18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600" dirty="0" smtClean="0"/>
              <a:t>Fe		</a:t>
            </a:r>
            <a:r>
              <a:rPr lang="en-US" altLang="zh-CN" sz="2600" dirty="0" smtClean="0"/>
              <a:t> 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3s</a:t>
            </a:r>
            <a:r>
              <a:rPr lang="en-US" altLang="zh-CN" sz="2600" baseline="30000" dirty="0"/>
              <a:t>2</a:t>
            </a:r>
            <a:r>
              <a:rPr lang="en-US" altLang="zh-CN" sz="2600" dirty="0" smtClean="0"/>
              <a:t> 3p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3d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4s</a:t>
            </a:r>
            <a:r>
              <a:rPr lang="en-US" altLang="zh-CN" sz="2600" baseline="30000" dirty="0" smtClean="0"/>
              <a:t>2</a:t>
            </a:r>
          </a:p>
          <a:p>
            <a:pPr>
              <a:buNone/>
            </a:pPr>
            <a:endParaRPr lang="en-US" sz="2600" baseline="30000" dirty="0" smtClean="0"/>
          </a:p>
          <a:p>
            <a:pPr>
              <a:buNone/>
            </a:pPr>
            <a:r>
              <a:rPr lang="en-US" sz="2600" dirty="0" smtClean="0"/>
              <a:t>Co 	</a:t>
            </a:r>
            <a:r>
              <a:rPr lang="en-US" altLang="zh-CN" sz="2600" dirty="0" smtClean="0"/>
              <a:t> 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3s</a:t>
            </a:r>
            <a:r>
              <a:rPr lang="en-US" altLang="zh-CN" sz="2600" baseline="30000" dirty="0"/>
              <a:t>2</a:t>
            </a:r>
            <a:r>
              <a:rPr lang="en-US" altLang="zh-CN" sz="2600" dirty="0" smtClean="0"/>
              <a:t> 3p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3d</a:t>
            </a:r>
            <a:r>
              <a:rPr lang="en-US" altLang="zh-CN" sz="2600" baseline="30000" dirty="0" smtClean="0"/>
              <a:t>7</a:t>
            </a:r>
            <a:r>
              <a:rPr lang="en-US" altLang="zh-CN" sz="2600" dirty="0" smtClean="0"/>
              <a:t> 4s</a:t>
            </a:r>
            <a:r>
              <a:rPr lang="en-US" altLang="zh-CN" sz="2600" baseline="30000" dirty="0" smtClean="0"/>
              <a:t>2</a:t>
            </a:r>
          </a:p>
          <a:p>
            <a:pPr>
              <a:buNone/>
            </a:pPr>
            <a:endParaRPr lang="en-US" sz="2600" dirty="0" smtClean="0"/>
          </a:p>
          <a:p>
            <a:pPr>
              <a:buNone/>
            </a:pPr>
            <a:r>
              <a:rPr lang="en-US" sz="2600" dirty="0" smtClean="0"/>
              <a:t>Ni	 	</a:t>
            </a:r>
            <a:r>
              <a:rPr lang="en-US" altLang="zh-CN" sz="2600" dirty="0" smtClean="0"/>
              <a:t> 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3s</a:t>
            </a:r>
            <a:r>
              <a:rPr lang="en-US" altLang="zh-CN" sz="2600" baseline="30000" dirty="0"/>
              <a:t>2</a:t>
            </a:r>
            <a:r>
              <a:rPr lang="en-US" altLang="zh-CN" sz="2600" dirty="0" smtClean="0"/>
              <a:t> 3p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3d</a:t>
            </a:r>
            <a:r>
              <a:rPr lang="en-US" altLang="zh-CN" sz="2600" baseline="30000" dirty="0" smtClean="0"/>
              <a:t>8</a:t>
            </a:r>
            <a:r>
              <a:rPr lang="en-US" altLang="zh-CN" sz="2600" dirty="0" smtClean="0"/>
              <a:t> 4s</a:t>
            </a:r>
            <a:r>
              <a:rPr lang="en-US" altLang="zh-CN" sz="2600" baseline="30000" dirty="0" smtClean="0"/>
              <a:t>2</a:t>
            </a:r>
          </a:p>
          <a:p>
            <a:pPr>
              <a:buNone/>
            </a:pPr>
            <a:endParaRPr lang="en-US" sz="2600" dirty="0" smtClean="0"/>
          </a:p>
          <a:p>
            <a:pPr>
              <a:buNone/>
            </a:pPr>
            <a:r>
              <a:rPr lang="en-US" sz="2600" dirty="0" smtClean="0"/>
              <a:t>Cu 	</a:t>
            </a:r>
            <a:r>
              <a:rPr lang="en-US" altLang="zh-CN" sz="2600" dirty="0" smtClean="0"/>
              <a:t> 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3s</a:t>
            </a:r>
            <a:r>
              <a:rPr lang="en-US" altLang="zh-CN" sz="2600" baseline="30000" dirty="0"/>
              <a:t>2</a:t>
            </a:r>
            <a:r>
              <a:rPr lang="en-US" altLang="zh-CN" sz="2600" dirty="0" smtClean="0"/>
              <a:t> 3p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3d</a:t>
            </a:r>
            <a:r>
              <a:rPr lang="en-US" altLang="zh-CN" sz="2600" baseline="30000" dirty="0" smtClean="0"/>
              <a:t>9</a:t>
            </a:r>
            <a:r>
              <a:rPr lang="en-US" altLang="zh-CN" sz="2600" dirty="0" smtClean="0"/>
              <a:t> 4s</a:t>
            </a:r>
            <a:r>
              <a:rPr lang="en-US" altLang="zh-CN" sz="2600" baseline="30000" dirty="0" smtClean="0"/>
              <a:t>2</a:t>
            </a:r>
          </a:p>
          <a:p>
            <a:pPr>
              <a:buNone/>
            </a:pPr>
            <a:r>
              <a:rPr lang="en-US" sz="2600" dirty="0" smtClean="0"/>
              <a:t>	 	</a:t>
            </a:r>
            <a:r>
              <a:rPr lang="en-US" altLang="zh-CN" sz="2600" dirty="0" smtClean="0"/>
              <a:t> </a:t>
            </a:r>
            <a:r>
              <a:rPr lang="en-US" altLang="zh-CN" sz="2600" b="1" dirty="0" smtClean="0"/>
              <a:t>1s</a:t>
            </a:r>
            <a:r>
              <a:rPr lang="en-US" altLang="zh-CN" sz="2600" b="1" baseline="30000" dirty="0" smtClean="0"/>
              <a:t>2 </a:t>
            </a:r>
            <a:r>
              <a:rPr lang="en-US" altLang="zh-CN" sz="2600" b="1" dirty="0" smtClean="0"/>
              <a:t>2s</a:t>
            </a:r>
            <a:r>
              <a:rPr lang="en-US" altLang="zh-CN" sz="2600" b="1" baseline="30000" dirty="0" smtClean="0"/>
              <a:t>2</a:t>
            </a:r>
            <a:r>
              <a:rPr lang="en-US" altLang="zh-CN" sz="2600" b="1" dirty="0" smtClean="0"/>
              <a:t> 2p</a:t>
            </a:r>
            <a:r>
              <a:rPr lang="en-US" altLang="zh-CN" sz="2600" b="1" baseline="30000" dirty="0" smtClean="0"/>
              <a:t>6</a:t>
            </a:r>
            <a:r>
              <a:rPr lang="en-US" altLang="zh-CN" sz="2600" b="1" dirty="0" smtClean="0"/>
              <a:t> 3s</a:t>
            </a:r>
            <a:r>
              <a:rPr lang="en-US" altLang="zh-CN" sz="2600" b="1" baseline="30000" dirty="0"/>
              <a:t>2</a:t>
            </a:r>
            <a:r>
              <a:rPr lang="en-US" altLang="zh-CN" sz="2600" b="1" dirty="0" smtClean="0"/>
              <a:t> 3p</a:t>
            </a:r>
            <a:r>
              <a:rPr lang="en-US" altLang="zh-CN" sz="2600" b="1" baseline="30000" dirty="0" smtClean="0"/>
              <a:t>6</a:t>
            </a:r>
            <a:r>
              <a:rPr lang="en-US" altLang="zh-CN" sz="2600" b="1" dirty="0" smtClean="0"/>
              <a:t> 3d</a:t>
            </a:r>
            <a:r>
              <a:rPr lang="en-US" altLang="zh-CN" sz="2600" b="1" baseline="30000" dirty="0" smtClean="0"/>
              <a:t>10</a:t>
            </a:r>
            <a:r>
              <a:rPr lang="en-US" altLang="zh-CN" sz="2600" b="1" dirty="0" smtClean="0"/>
              <a:t> 4s</a:t>
            </a:r>
            <a:r>
              <a:rPr lang="en-US" altLang="zh-CN" sz="2600" b="1" baseline="30000" dirty="0" smtClean="0"/>
              <a:t>1</a:t>
            </a:r>
          </a:p>
          <a:p>
            <a:pPr>
              <a:buNone/>
            </a:pPr>
            <a:endParaRPr lang="en-US" sz="2600" dirty="0" smtClean="0"/>
          </a:p>
          <a:p>
            <a:pPr>
              <a:buNone/>
            </a:pPr>
            <a:r>
              <a:rPr lang="en-US" sz="2600" dirty="0" smtClean="0"/>
              <a:t>Zn 	</a:t>
            </a:r>
            <a:r>
              <a:rPr lang="en-US" altLang="zh-CN" sz="2600" dirty="0" smtClean="0"/>
              <a:t> 1s</a:t>
            </a:r>
            <a:r>
              <a:rPr lang="en-US" altLang="zh-CN" sz="2600" baseline="30000" dirty="0" smtClean="0"/>
              <a:t>2 </a:t>
            </a:r>
            <a:r>
              <a:rPr lang="en-US" altLang="zh-CN" sz="2600" dirty="0" smtClean="0"/>
              <a:t>2s</a:t>
            </a:r>
            <a:r>
              <a:rPr lang="en-US" altLang="zh-CN" sz="2600" baseline="30000" dirty="0" smtClean="0"/>
              <a:t>2</a:t>
            </a:r>
            <a:r>
              <a:rPr lang="en-US" altLang="zh-CN" sz="2600" dirty="0" smtClean="0"/>
              <a:t> 2p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3s</a:t>
            </a:r>
            <a:r>
              <a:rPr lang="en-US" altLang="zh-CN" sz="2600" baseline="30000" dirty="0"/>
              <a:t>2</a:t>
            </a:r>
            <a:r>
              <a:rPr lang="en-US" altLang="zh-CN" sz="2600" dirty="0" smtClean="0"/>
              <a:t> 3p</a:t>
            </a:r>
            <a:r>
              <a:rPr lang="en-US" altLang="zh-CN" sz="2600" baseline="30000" dirty="0" smtClean="0"/>
              <a:t>6</a:t>
            </a:r>
            <a:r>
              <a:rPr lang="en-US" altLang="zh-CN" sz="2600" dirty="0" smtClean="0"/>
              <a:t> 3d</a:t>
            </a:r>
            <a:r>
              <a:rPr lang="en-US" altLang="zh-CN" sz="2600" baseline="30000" dirty="0" smtClean="0"/>
              <a:t>10</a:t>
            </a:r>
            <a:r>
              <a:rPr lang="en-US" altLang="zh-CN" sz="2600" dirty="0" smtClean="0"/>
              <a:t> 4s</a:t>
            </a:r>
            <a:r>
              <a:rPr lang="en-US" altLang="zh-CN" sz="2600" baseline="30000" dirty="0" smtClean="0"/>
              <a:t>2</a:t>
            </a:r>
          </a:p>
          <a:p>
            <a:pPr>
              <a:buNone/>
            </a:pPr>
            <a:endParaRPr lang="en-US" sz="2600" dirty="0"/>
          </a:p>
        </p:txBody>
      </p:sp>
      <p:sp>
        <p:nvSpPr>
          <p:cNvPr id="4" name="Rectangle 3"/>
          <p:cNvSpPr/>
          <p:nvPr/>
        </p:nvSpPr>
        <p:spPr>
          <a:xfrm>
            <a:off x="685800" y="9906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295400" y="9906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5"/>
          <p:cNvGrpSpPr/>
          <p:nvPr/>
        </p:nvGrpSpPr>
        <p:grpSpPr>
          <a:xfrm>
            <a:off x="1905000" y="990600"/>
            <a:ext cx="1447800" cy="381000"/>
            <a:chOff x="6019800" y="2895600"/>
            <a:chExt cx="1828800" cy="533400"/>
          </a:xfrm>
        </p:grpSpPr>
        <p:sp>
          <p:nvSpPr>
            <p:cNvPr id="7" name="Rectangle 6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/>
          <p:cNvSpPr/>
          <p:nvPr/>
        </p:nvSpPr>
        <p:spPr>
          <a:xfrm>
            <a:off x="3505200" y="9906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10"/>
          <p:cNvGrpSpPr/>
          <p:nvPr/>
        </p:nvGrpSpPr>
        <p:grpSpPr>
          <a:xfrm>
            <a:off x="4114800" y="990600"/>
            <a:ext cx="1447800" cy="381000"/>
            <a:chOff x="6019800" y="2895600"/>
            <a:chExt cx="1828800" cy="533400"/>
          </a:xfrm>
        </p:grpSpPr>
        <p:sp>
          <p:nvSpPr>
            <p:cNvPr id="12" name="Rectangle 11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4"/>
          <p:cNvGrpSpPr/>
          <p:nvPr/>
        </p:nvGrpSpPr>
        <p:grpSpPr>
          <a:xfrm>
            <a:off x="5715000" y="990600"/>
            <a:ext cx="2286000" cy="381000"/>
            <a:chOff x="6248400" y="1066800"/>
            <a:chExt cx="2286000" cy="381000"/>
          </a:xfrm>
        </p:grpSpPr>
        <p:sp>
          <p:nvSpPr>
            <p:cNvPr id="16" name="Rectangle 15"/>
            <p:cNvSpPr/>
            <p:nvPr/>
          </p:nvSpPr>
          <p:spPr>
            <a:xfrm>
              <a:off x="62484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7056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1628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6200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0772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/>
          <p:cNvSpPr/>
          <p:nvPr/>
        </p:nvSpPr>
        <p:spPr>
          <a:xfrm>
            <a:off x="8153400" y="9906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rot="5400000" flipH="1" flipV="1">
            <a:off x="686594" y="1142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5400000">
            <a:off x="838994" y="1142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5400000" flipH="1" flipV="1">
            <a:off x="1295400" y="1142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rot="5400000">
            <a:off x="1447006" y="1142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rot="5400000" flipH="1" flipV="1">
            <a:off x="1981994" y="1142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rot="5400000" flipH="1" flipV="1">
            <a:off x="2437606" y="1142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5400000" flipH="1" flipV="1">
            <a:off x="2894806" y="1142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5400000">
            <a:off x="2134394" y="1142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5400000">
            <a:off x="2591594" y="1142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rot="5400000">
            <a:off x="3047206" y="1142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rot="5400000" flipH="1" flipV="1">
            <a:off x="3505994" y="1142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5400000">
            <a:off x="3656806" y="1142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rot="5400000" flipH="1" flipV="1">
            <a:off x="4115594" y="1142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rot="5400000" flipH="1" flipV="1">
            <a:off x="4571206" y="1142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5400000" flipH="1" flipV="1">
            <a:off x="5104606" y="1142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rot="5400000">
            <a:off x="4266406" y="1142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rot="5400000">
            <a:off x="4725194" y="1142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rot="5400000">
            <a:off x="5257006" y="1142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rot="5400000" flipH="1" flipV="1">
            <a:off x="8154194" y="1142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rot="5400000">
            <a:off x="8306594" y="1142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rot="5400000" flipH="1" flipV="1">
            <a:off x="5715794" y="1142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5400000" flipH="1" flipV="1">
            <a:off x="6171406" y="1142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rot="5400000" flipH="1" flipV="1">
            <a:off x="6630194" y="1142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rot="5400000" flipH="1" flipV="1">
            <a:off x="7087394" y="1142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rot="5400000" flipH="1" flipV="1">
            <a:off x="7543006" y="1142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rot="5400000">
            <a:off x="5868194" y="1142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685800" y="18288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1295400" y="18288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49"/>
          <p:cNvGrpSpPr/>
          <p:nvPr/>
        </p:nvGrpSpPr>
        <p:grpSpPr>
          <a:xfrm>
            <a:off x="1905000" y="1828800"/>
            <a:ext cx="1447800" cy="381000"/>
            <a:chOff x="6019800" y="2895600"/>
            <a:chExt cx="1828800" cy="533400"/>
          </a:xfrm>
        </p:grpSpPr>
        <p:sp>
          <p:nvSpPr>
            <p:cNvPr id="51" name="Rectangle 50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Rectangle 53"/>
          <p:cNvSpPr/>
          <p:nvPr/>
        </p:nvSpPr>
        <p:spPr>
          <a:xfrm>
            <a:off x="3505200" y="18288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4" name="Group 54"/>
          <p:cNvGrpSpPr/>
          <p:nvPr/>
        </p:nvGrpSpPr>
        <p:grpSpPr>
          <a:xfrm>
            <a:off x="4114800" y="1828800"/>
            <a:ext cx="1447800" cy="381000"/>
            <a:chOff x="6019800" y="2895600"/>
            <a:chExt cx="1828800" cy="533400"/>
          </a:xfrm>
        </p:grpSpPr>
        <p:sp>
          <p:nvSpPr>
            <p:cNvPr id="56" name="Rectangle 55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6" name="Group 58"/>
          <p:cNvGrpSpPr/>
          <p:nvPr/>
        </p:nvGrpSpPr>
        <p:grpSpPr>
          <a:xfrm>
            <a:off x="5715000" y="1828800"/>
            <a:ext cx="2286000" cy="381000"/>
            <a:chOff x="6248400" y="1066800"/>
            <a:chExt cx="2286000" cy="381000"/>
          </a:xfrm>
        </p:grpSpPr>
        <p:sp>
          <p:nvSpPr>
            <p:cNvPr id="60" name="Rectangle 59"/>
            <p:cNvSpPr/>
            <p:nvPr/>
          </p:nvSpPr>
          <p:spPr>
            <a:xfrm>
              <a:off x="62484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67056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71628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76200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80772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5" name="Rectangle 64"/>
          <p:cNvSpPr/>
          <p:nvPr/>
        </p:nvSpPr>
        <p:spPr>
          <a:xfrm>
            <a:off x="8153400" y="18288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/>
          <p:cNvCxnSpPr/>
          <p:nvPr/>
        </p:nvCxnSpPr>
        <p:spPr>
          <a:xfrm rot="5400000" flipH="1" flipV="1">
            <a:off x="685006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rot="5400000">
            <a:off x="837406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rot="5400000" flipH="1" flipV="1">
            <a:off x="1293812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rot="5400000">
            <a:off x="1445418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rot="5400000" flipH="1" flipV="1">
            <a:off x="1980406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rot="5400000" flipH="1" flipV="1">
            <a:off x="2436018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rot="5400000" flipH="1" flipV="1">
            <a:off x="2893218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rot="5400000">
            <a:off x="2132806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rot="5400000">
            <a:off x="2590006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rot="5400000">
            <a:off x="3045618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rot="5400000" flipH="1" flipV="1">
            <a:off x="3504406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rot="5400000">
            <a:off x="3655218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 rot="5400000" flipH="1" flipV="1">
            <a:off x="4114006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rot="5400000" flipH="1" flipV="1">
            <a:off x="4569618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 rot="5400000" flipH="1" flipV="1">
            <a:off x="5103018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rot="5400000">
            <a:off x="4264818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 rot="5400000">
            <a:off x="4723606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rot="5400000">
            <a:off x="5255418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rot="5400000" flipH="1" flipV="1">
            <a:off x="8152606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 rot="5400000">
            <a:off x="8305006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rot="5400000" flipH="1" flipV="1">
            <a:off x="5714206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rot="5400000" flipH="1" flipV="1">
            <a:off x="6169818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rot="5400000" flipH="1" flipV="1">
            <a:off x="6628606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rot="5400000" flipH="1" flipV="1">
            <a:off x="7085806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 rot="5400000" flipH="1" flipV="1">
            <a:off x="7541418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 rot="5400000">
            <a:off x="5866606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 rot="5400000">
            <a:off x="6323806" y="1980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685800" y="27432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1295400" y="27432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7" name="Group 94"/>
          <p:cNvGrpSpPr/>
          <p:nvPr/>
        </p:nvGrpSpPr>
        <p:grpSpPr>
          <a:xfrm>
            <a:off x="1905000" y="2743200"/>
            <a:ext cx="1447800" cy="381000"/>
            <a:chOff x="6019800" y="2895600"/>
            <a:chExt cx="1828800" cy="533400"/>
          </a:xfrm>
        </p:grpSpPr>
        <p:sp>
          <p:nvSpPr>
            <p:cNvPr id="96" name="Rectangle 95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9" name="Rectangle 98"/>
          <p:cNvSpPr/>
          <p:nvPr/>
        </p:nvSpPr>
        <p:spPr>
          <a:xfrm>
            <a:off x="3505200" y="27432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8" name="Group 99"/>
          <p:cNvGrpSpPr/>
          <p:nvPr/>
        </p:nvGrpSpPr>
        <p:grpSpPr>
          <a:xfrm>
            <a:off x="4114800" y="2743200"/>
            <a:ext cx="1447800" cy="381000"/>
            <a:chOff x="6019800" y="2895600"/>
            <a:chExt cx="1828800" cy="533400"/>
          </a:xfrm>
        </p:grpSpPr>
        <p:sp>
          <p:nvSpPr>
            <p:cNvPr id="101" name="Rectangle 100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9" name="Group 103"/>
          <p:cNvGrpSpPr/>
          <p:nvPr/>
        </p:nvGrpSpPr>
        <p:grpSpPr>
          <a:xfrm>
            <a:off x="5715000" y="2743200"/>
            <a:ext cx="2286000" cy="381000"/>
            <a:chOff x="6248400" y="1066800"/>
            <a:chExt cx="2286000" cy="381000"/>
          </a:xfrm>
        </p:grpSpPr>
        <p:sp>
          <p:nvSpPr>
            <p:cNvPr id="105" name="Rectangle 104"/>
            <p:cNvSpPr/>
            <p:nvPr/>
          </p:nvSpPr>
          <p:spPr>
            <a:xfrm>
              <a:off x="62484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67056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71628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76200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80772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0" name="Rectangle 109"/>
          <p:cNvSpPr/>
          <p:nvPr/>
        </p:nvSpPr>
        <p:spPr>
          <a:xfrm>
            <a:off x="8153400" y="27432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Arrow Connector 110"/>
          <p:cNvCxnSpPr/>
          <p:nvPr/>
        </p:nvCxnSpPr>
        <p:spPr>
          <a:xfrm rot="5400000" flipH="1" flipV="1">
            <a:off x="686594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>
          <a:xfrm rot="5400000">
            <a:off x="838994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/>
          <p:nvPr/>
        </p:nvCxnSpPr>
        <p:spPr>
          <a:xfrm rot="5400000" flipH="1" flipV="1">
            <a:off x="1295400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 rot="5400000">
            <a:off x="1447006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/>
          <p:nvPr/>
        </p:nvCxnSpPr>
        <p:spPr>
          <a:xfrm rot="5400000" flipH="1" flipV="1">
            <a:off x="1981994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 rot="5400000" flipH="1" flipV="1">
            <a:off x="2437606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rot="5400000" flipH="1" flipV="1">
            <a:off x="2894806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/>
          <p:nvPr/>
        </p:nvCxnSpPr>
        <p:spPr>
          <a:xfrm rot="5400000">
            <a:off x="2134394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/>
          <p:nvPr/>
        </p:nvCxnSpPr>
        <p:spPr>
          <a:xfrm rot="5400000">
            <a:off x="2591594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/>
          <p:nvPr/>
        </p:nvCxnSpPr>
        <p:spPr>
          <a:xfrm rot="5400000">
            <a:off x="3047206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/>
          <p:nvPr/>
        </p:nvCxnSpPr>
        <p:spPr>
          <a:xfrm rot="5400000" flipH="1" flipV="1">
            <a:off x="3505994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/>
          <p:nvPr/>
        </p:nvCxnSpPr>
        <p:spPr>
          <a:xfrm rot="5400000">
            <a:off x="3656806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/>
          <p:nvPr/>
        </p:nvCxnSpPr>
        <p:spPr>
          <a:xfrm rot="5400000" flipH="1" flipV="1">
            <a:off x="4115594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rot="5400000" flipH="1" flipV="1">
            <a:off x="4571206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 rot="5400000" flipH="1" flipV="1">
            <a:off x="5104606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/>
          <p:nvPr/>
        </p:nvCxnSpPr>
        <p:spPr>
          <a:xfrm rot="5400000">
            <a:off x="4266406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/>
          <p:nvPr/>
        </p:nvCxnSpPr>
        <p:spPr>
          <a:xfrm rot="5400000">
            <a:off x="4725194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/>
          <p:nvPr/>
        </p:nvCxnSpPr>
        <p:spPr>
          <a:xfrm rot="5400000">
            <a:off x="5257006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/>
          <p:nvPr/>
        </p:nvCxnSpPr>
        <p:spPr>
          <a:xfrm rot="5400000" flipH="1" flipV="1">
            <a:off x="8154194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/>
          <p:nvPr/>
        </p:nvCxnSpPr>
        <p:spPr>
          <a:xfrm rot="5400000">
            <a:off x="8306594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/>
          <p:nvPr/>
        </p:nvCxnSpPr>
        <p:spPr>
          <a:xfrm rot="5400000" flipH="1" flipV="1">
            <a:off x="5715794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/>
          <p:nvPr/>
        </p:nvCxnSpPr>
        <p:spPr>
          <a:xfrm rot="5400000" flipH="1" flipV="1">
            <a:off x="6171406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 rot="5400000" flipH="1" flipV="1">
            <a:off x="6630194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/>
          <p:nvPr/>
        </p:nvCxnSpPr>
        <p:spPr>
          <a:xfrm rot="5400000" flipH="1" flipV="1">
            <a:off x="7087394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/>
          <p:cNvCxnSpPr/>
          <p:nvPr/>
        </p:nvCxnSpPr>
        <p:spPr>
          <a:xfrm rot="5400000" flipH="1" flipV="1">
            <a:off x="7543006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/>
          <p:nvPr/>
        </p:nvCxnSpPr>
        <p:spPr>
          <a:xfrm rot="5400000">
            <a:off x="5868194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/>
          <p:nvPr/>
        </p:nvCxnSpPr>
        <p:spPr>
          <a:xfrm rot="5400000">
            <a:off x="6325394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/>
          <p:nvPr/>
        </p:nvCxnSpPr>
        <p:spPr>
          <a:xfrm rot="5400000">
            <a:off x="6781006" y="29710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 138"/>
          <p:cNvSpPr/>
          <p:nvPr/>
        </p:nvSpPr>
        <p:spPr>
          <a:xfrm>
            <a:off x="685800" y="41910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/>
          <p:cNvSpPr/>
          <p:nvPr/>
        </p:nvSpPr>
        <p:spPr>
          <a:xfrm>
            <a:off x="1295400" y="41910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0" name="Group 140"/>
          <p:cNvGrpSpPr/>
          <p:nvPr/>
        </p:nvGrpSpPr>
        <p:grpSpPr>
          <a:xfrm>
            <a:off x="1905000" y="4191000"/>
            <a:ext cx="1447800" cy="381000"/>
            <a:chOff x="6019800" y="2895600"/>
            <a:chExt cx="1828800" cy="533400"/>
          </a:xfrm>
        </p:grpSpPr>
        <p:sp>
          <p:nvSpPr>
            <p:cNvPr id="142" name="Rectangle 141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5" name="Rectangle 144"/>
          <p:cNvSpPr/>
          <p:nvPr/>
        </p:nvSpPr>
        <p:spPr>
          <a:xfrm>
            <a:off x="3505200" y="41910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1" name="Group 145"/>
          <p:cNvGrpSpPr/>
          <p:nvPr/>
        </p:nvGrpSpPr>
        <p:grpSpPr>
          <a:xfrm>
            <a:off x="4114800" y="4191000"/>
            <a:ext cx="1447800" cy="381000"/>
            <a:chOff x="6019800" y="2895600"/>
            <a:chExt cx="1828800" cy="533400"/>
          </a:xfrm>
        </p:grpSpPr>
        <p:sp>
          <p:nvSpPr>
            <p:cNvPr id="147" name="Rectangle 146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2" name="Group 149"/>
          <p:cNvGrpSpPr/>
          <p:nvPr/>
        </p:nvGrpSpPr>
        <p:grpSpPr>
          <a:xfrm>
            <a:off x="5715000" y="4191000"/>
            <a:ext cx="2286000" cy="381000"/>
            <a:chOff x="6248400" y="1066800"/>
            <a:chExt cx="2286000" cy="381000"/>
          </a:xfrm>
        </p:grpSpPr>
        <p:sp>
          <p:nvSpPr>
            <p:cNvPr id="151" name="Rectangle 150"/>
            <p:cNvSpPr/>
            <p:nvPr/>
          </p:nvSpPr>
          <p:spPr>
            <a:xfrm>
              <a:off x="62484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67056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71628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76200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80772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6" name="Rectangle 155"/>
          <p:cNvSpPr/>
          <p:nvPr/>
        </p:nvSpPr>
        <p:spPr>
          <a:xfrm>
            <a:off x="8153400" y="41910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7" name="Straight Arrow Connector 156"/>
          <p:cNvCxnSpPr/>
          <p:nvPr/>
        </p:nvCxnSpPr>
        <p:spPr>
          <a:xfrm rot="5400000" flipH="1" flipV="1">
            <a:off x="6865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/>
          <p:cNvCxnSpPr/>
          <p:nvPr/>
        </p:nvCxnSpPr>
        <p:spPr>
          <a:xfrm rot="5400000">
            <a:off x="8389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 rot="5400000" flipH="1" flipV="1">
            <a:off x="1295400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 rot="5400000">
            <a:off x="1447006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 rot="5400000" flipH="1" flipV="1">
            <a:off x="19819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 rot="5400000" flipH="1" flipV="1">
            <a:off x="2437606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 rot="5400000" flipH="1" flipV="1">
            <a:off x="2894806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 rot="5400000">
            <a:off x="21343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 rot="5400000">
            <a:off x="25915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/>
          <p:nvPr/>
        </p:nvCxnSpPr>
        <p:spPr>
          <a:xfrm rot="5400000">
            <a:off x="3047206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 rot="5400000" flipH="1" flipV="1">
            <a:off x="35059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 rot="5400000">
            <a:off x="3656806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/>
          <p:cNvCxnSpPr/>
          <p:nvPr/>
        </p:nvCxnSpPr>
        <p:spPr>
          <a:xfrm rot="5400000" flipH="1" flipV="1">
            <a:off x="41155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/>
          <p:cNvCxnSpPr/>
          <p:nvPr/>
        </p:nvCxnSpPr>
        <p:spPr>
          <a:xfrm rot="5400000" flipH="1" flipV="1">
            <a:off x="4571206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/>
          <p:cNvCxnSpPr/>
          <p:nvPr/>
        </p:nvCxnSpPr>
        <p:spPr>
          <a:xfrm rot="5400000" flipH="1" flipV="1">
            <a:off x="5104606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/>
          <p:nvPr/>
        </p:nvCxnSpPr>
        <p:spPr>
          <a:xfrm rot="5400000">
            <a:off x="4266406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/>
          <p:cNvCxnSpPr/>
          <p:nvPr/>
        </p:nvCxnSpPr>
        <p:spPr>
          <a:xfrm rot="5400000">
            <a:off x="47251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/>
          <p:cNvCxnSpPr/>
          <p:nvPr/>
        </p:nvCxnSpPr>
        <p:spPr>
          <a:xfrm rot="5400000">
            <a:off x="5257006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/>
          <p:cNvCxnSpPr/>
          <p:nvPr/>
        </p:nvCxnSpPr>
        <p:spPr>
          <a:xfrm rot="5400000" flipH="1" flipV="1">
            <a:off x="81541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/>
          <p:cNvCxnSpPr/>
          <p:nvPr/>
        </p:nvCxnSpPr>
        <p:spPr>
          <a:xfrm rot="5400000" flipH="1" flipV="1">
            <a:off x="57157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/>
          <p:cNvCxnSpPr/>
          <p:nvPr/>
        </p:nvCxnSpPr>
        <p:spPr>
          <a:xfrm rot="5400000" flipH="1" flipV="1">
            <a:off x="6171406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/>
          <p:cNvCxnSpPr/>
          <p:nvPr/>
        </p:nvCxnSpPr>
        <p:spPr>
          <a:xfrm rot="5400000" flipH="1" flipV="1">
            <a:off x="66301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/>
          <p:cNvCxnSpPr/>
          <p:nvPr/>
        </p:nvCxnSpPr>
        <p:spPr>
          <a:xfrm rot="5400000" flipH="1" flipV="1">
            <a:off x="70873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/>
          <p:cNvCxnSpPr/>
          <p:nvPr/>
        </p:nvCxnSpPr>
        <p:spPr>
          <a:xfrm rot="5400000" flipH="1" flipV="1">
            <a:off x="7543006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/>
          <p:cNvCxnSpPr/>
          <p:nvPr/>
        </p:nvCxnSpPr>
        <p:spPr>
          <a:xfrm rot="5400000">
            <a:off x="58681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rot="5400000">
            <a:off x="63253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/>
          <p:cNvCxnSpPr/>
          <p:nvPr/>
        </p:nvCxnSpPr>
        <p:spPr>
          <a:xfrm rot="5400000">
            <a:off x="6781006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/>
          <p:cNvCxnSpPr/>
          <p:nvPr/>
        </p:nvCxnSpPr>
        <p:spPr>
          <a:xfrm rot="5400000">
            <a:off x="72397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/>
          <p:cNvCxnSpPr/>
          <p:nvPr/>
        </p:nvCxnSpPr>
        <p:spPr>
          <a:xfrm rot="5400000">
            <a:off x="7696994" y="44188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Rectangle 185"/>
          <p:cNvSpPr/>
          <p:nvPr/>
        </p:nvSpPr>
        <p:spPr>
          <a:xfrm>
            <a:off x="685800" y="51816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Rectangle 186"/>
          <p:cNvSpPr/>
          <p:nvPr/>
        </p:nvSpPr>
        <p:spPr>
          <a:xfrm>
            <a:off x="1295400" y="51816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3" name="Group 187"/>
          <p:cNvGrpSpPr/>
          <p:nvPr/>
        </p:nvGrpSpPr>
        <p:grpSpPr>
          <a:xfrm>
            <a:off x="1905000" y="5181600"/>
            <a:ext cx="1447800" cy="381000"/>
            <a:chOff x="6019800" y="2895600"/>
            <a:chExt cx="1828800" cy="533400"/>
          </a:xfrm>
        </p:grpSpPr>
        <p:sp>
          <p:nvSpPr>
            <p:cNvPr id="189" name="Rectangle 188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2" name="Rectangle 191"/>
          <p:cNvSpPr/>
          <p:nvPr/>
        </p:nvSpPr>
        <p:spPr>
          <a:xfrm>
            <a:off x="3505200" y="51816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4" name="Group 192"/>
          <p:cNvGrpSpPr/>
          <p:nvPr/>
        </p:nvGrpSpPr>
        <p:grpSpPr>
          <a:xfrm>
            <a:off x="4114800" y="5181600"/>
            <a:ext cx="1447800" cy="381000"/>
            <a:chOff x="6019800" y="2895600"/>
            <a:chExt cx="1828800" cy="533400"/>
          </a:xfrm>
        </p:grpSpPr>
        <p:sp>
          <p:nvSpPr>
            <p:cNvPr id="194" name="Rectangle 193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5" name="Group 196"/>
          <p:cNvGrpSpPr/>
          <p:nvPr/>
        </p:nvGrpSpPr>
        <p:grpSpPr>
          <a:xfrm>
            <a:off x="5715000" y="5181600"/>
            <a:ext cx="2286000" cy="381000"/>
            <a:chOff x="6248400" y="1066800"/>
            <a:chExt cx="2286000" cy="381000"/>
          </a:xfrm>
        </p:grpSpPr>
        <p:sp>
          <p:nvSpPr>
            <p:cNvPr id="198" name="Rectangle 197"/>
            <p:cNvSpPr/>
            <p:nvPr/>
          </p:nvSpPr>
          <p:spPr>
            <a:xfrm>
              <a:off x="62484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Rectangle 198"/>
            <p:cNvSpPr/>
            <p:nvPr/>
          </p:nvSpPr>
          <p:spPr>
            <a:xfrm>
              <a:off x="67056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/>
            <p:cNvSpPr/>
            <p:nvPr/>
          </p:nvSpPr>
          <p:spPr>
            <a:xfrm>
              <a:off x="71628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76200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8077200" y="10668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3" name="Rectangle 202"/>
          <p:cNvSpPr/>
          <p:nvPr/>
        </p:nvSpPr>
        <p:spPr>
          <a:xfrm>
            <a:off x="8153400" y="51816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4" name="Straight Arrow Connector 203"/>
          <p:cNvCxnSpPr/>
          <p:nvPr/>
        </p:nvCxnSpPr>
        <p:spPr>
          <a:xfrm rot="5400000" flipH="1" flipV="1">
            <a:off x="686594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/>
          <p:cNvCxnSpPr/>
          <p:nvPr/>
        </p:nvCxnSpPr>
        <p:spPr>
          <a:xfrm rot="5400000">
            <a:off x="838994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/>
          <p:cNvCxnSpPr/>
          <p:nvPr/>
        </p:nvCxnSpPr>
        <p:spPr>
          <a:xfrm rot="5400000" flipH="1" flipV="1">
            <a:off x="1295400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/>
          <p:cNvCxnSpPr/>
          <p:nvPr/>
        </p:nvCxnSpPr>
        <p:spPr>
          <a:xfrm rot="5400000">
            <a:off x="1447006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/>
          <p:cNvCxnSpPr/>
          <p:nvPr/>
        </p:nvCxnSpPr>
        <p:spPr>
          <a:xfrm rot="5400000" flipH="1" flipV="1">
            <a:off x="1981994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/>
          <p:cNvCxnSpPr/>
          <p:nvPr/>
        </p:nvCxnSpPr>
        <p:spPr>
          <a:xfrm rot="5400000" flipH="1" flipV="1">
            <a:off x="2437606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/>
          <p:cNvCxnSpPr/>
          <p:nvPr/>
        </p:nvCxnSpPr>
        <p:spPr>
          <a:xfrm rot="5400000" flipH="1" flipV="1">
            <a:off x="2894806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/>
          <p:cNvCxnSpPr/>
          <p:nvPr/>
        </p:nvCxnSpPr>
        <p:spPr>
          <a:xfrm rot="5400000">
            <a:off x="2134394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/>
          <p:cNvCxnSpPr/>
          <p:nvPr/>
        </p:nvCxnSpPr>
        <p:spPr>
          <a:xfrm rot="5400000">
            <a:off x="2591594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/>
          <p:cNvCxnSpPr/>
          <p:nvPr/>
        </p:nvCxnSpPr>
        <p:spPr>
          <a:xfrm rot="5400000">
            <a:off x="3047206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/>
          <p:cNvCxnSpPr/>
          <p:nvPr/>
        </p:nvCxnSpPr>
        <p:spPr>
          <a:xfrm rot="5400000" flipH="1" flipV="1">
            <a:off x="3505994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/>
          <p:cNvCxnSpPr/>
          <p:nvPr/>
        </p:nvCxnSpPr>
        <p:spPr>
          <a:xfrm rot="5400000">
            <a:off x="3656806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/>
          <p:cNvCxnSpPr/>
          <p:nvPr/>
        </p:nvCxnSpPr>
        <p:spPr>
          <a:xfrm rot="5400000" flipH="1" flipV="1">
            <a:off x="4115594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/>
          <p:cNvCxnSpPr/>
          <p:nvPr/>
        </p:nvCxnSpPr>
        <p:spPr>
          <a:xfrm rot="5400000" flipH="1" flipV="1">
            <a:off x="4571206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/>
          <p:cNvCxnSpPr/>
          <p:nvPr/>
        </p:nvCxnSpPr>
        <p:spPr>
          <a:xfrm rot="5400000" flipH="1" flipV="1">
            <a:off x="5104606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/>
          <p:cNvCxnSpPr/>
          <p:nvPr/>
        </p:nvCxnSpPr>
        <p:spPr>
          <a:xfrm rot="5400000">
            <a:off x="4266406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/>
          <p:cNvCxnSpPr/>
          <p:nvPr/>
        </p:nvCxnSpPr>
        <p:spPr>
          <a:xfrm rot="5400000">
            <a:off x="4725194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Arrow Connector 220"/>
          <p:cNvCxnSpPr/>
          <p:nvPr/>
        </p:nvCxnSpPr>
        <p:spPr>
          <a:xfrm rot="5400000">
            <a:off x="5257006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/>
          <p:cNvCxnSpPr/>
          <p:nvPr/>
        </p:nvCxnSpPr>
        <p:spPr>
          <a:xfrm rot="5400000" flipH="1" flipV="1">
            <a:off x="8154194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/>
          <p:cNvCxnSpPr/>
          <p:nvPr/>
        </p:nvCxnSpPr>
        <p:spPr>
          <a:xfrm rot="5400000">
            <a:off x="8306594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/>
          <p:cNvCxnSpPr/>
          <p:nvPr/>
        </p:nvCxnSpPr>
        <p:spPr>
          <a:xfrm rot="5400000" flipH="1" flipV="1">
            <a:off x="5715794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/>
          <p:cNvCxnSpPr/>
          <p:nvPr/>
        </p:nvCxnSpPr>
        <p:spPr>
          <a:xfrm rot="5400000" flipH="1" flipV="1">
            <a:off x="6171406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/>
          <p:cNvCxnSpPr/>
          <p:nvPr/>
        </p:nvCxnSpPr>
        <p:spPr>
          <a:xfrm rot="5400000" flipH="1" flipV="1">
            <a:off x="6630194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/>
          <p:cNvCxnSpPr/>
          <p:nvPr/>
        </p:nvCxnSpPr>
        <p:spPr>
          <a:xfrm rot="5400000" flipH="1" flipV="1">
            <a:off x="7087394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/>
          <p:cNvCxnSpPr/>
          <p:nvPr/>
        </p:nvCxnSpPr>
        <p:spPr>
          <a:xfrm rot="5400000" flipH="1" flipV="1">
            <a:off x="7543006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/>
          <p:cNvCxnSpPr/>
          <p:nvPr/>
        </p:nvCxnSpPr>
        <p:spPr>
          <a:xfrm rot="5400000">
            <a:off x="5868194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/>
          <p:cNvCxnSpPr/>
          <p:nvPr/>
        </p:nvCxnSpPr>
        <p:spPr>
          <a:xfrm rot="5400000">
            <a:off x="6325394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/>
          <p:cNvCxnSpPr/>
          <p:nvPr/>
        </p:nvCxnSpPr>
        <p:spPr>
          <a:xfrm rot="5400000">
            <a:off x="6781006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Arrow Connector 231"/>
          <p:cNvCxnSpPr/>
          <p:nvPr/>
        </p:nvCxnSpPr>
        <p:spPr>
          <a:xfrm rot="5400000">
            <a:off x="7239794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/>
          <p:cNvCxnSpPr/>
          <p:nvPr/>
        </p:nvCxnSpPr>
        <p:spPr>
          <a:xfrm rot="5400000">
            <a:off x="7696994" y="54094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/>
          <p:cNvCxnSpPr/>
          <p:nvPr/>
        </p:nvCxnSpPr>
        <p:spPr>
          <a:xfrm>
            <a:off x="1371600" y="3503612"/>
            <a:ext cx="3962400" cy="158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>
                      <p:stCondLst>
                        <p:cond delay="indefinite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6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9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0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5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1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2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3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4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9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0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indefinite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5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>
                      <p:stCondLst>
                        <p:cond delay="indefinite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1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2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indefinite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7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8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9" fill="hold">
                      <p:stCondLst>
                        <p:cond delay="indefinite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4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9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0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1" fill="hold">
                      <p:stCondLst>
                        <p:cond delay="indefinite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5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>
                      <p:stCondLst>
                        <p:cond delay="indefinite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2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fill="hold">
                      <p:stCondLst>
                        <p:cond delay="indefinite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9" fill="hold">
                      <p:stCondLst>
                        <p:cond delay="indefinite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3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4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5" fill="hold">
                      <p:stCondLst>
                        <p:cond delay="indefinite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0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1" fill="hold">
                      <p:stCondLst>
                        <p:cond delay="indefinite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5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6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7" fill="hold">
                      <p:stCondLst>
                        <p:cond delay="indefinite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id="5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3" fill="hold">
                      <p:stCondLst>
                        <p:cond delay="indefinite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7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8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9" fill="hold">
                      <p:stCondLst>
                        <p:cond delay="indefinite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3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4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5" fill="hold">
                      <p:stCondLst>
                        <p:cond delay="indefinite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9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0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1" fill="hold">
                      <p:stCondLst>
                        <p:cond delay="indefinite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5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6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7" fill="hold">
                      <p:stCondLst>
                        <p:cond delay="indefinite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1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2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3" fill="hold">
                      <p:stCondLst>
                        <p:cond delay="indefinite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7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8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9" fill="hold">
                      <p:stCondLst>
                        <p:cond delay="indefinite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3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4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5" fill="hold">
                      <p:stCondLst>
                        <p:cond delay="indefinite"/>
                      </p:stCondLst>
                      <p:childTnLst>
                        <p:par>
                          <p:cTn id="586" fill="hold">
                            <p:stCondLst>
                              <p:cond delay="0"/>
                            </p:stCondLst>
                            <p:childTnLst>
                              <p:par>
                                <p:cTn id="5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9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0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1" fill="hold">
                      <p:stCondLst>
                        <p:cond delay="indefinite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5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6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7" fill="hold">
                      <p:stCondLst>
                        <p:cond delay="indefinite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1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3" fill="hold">
                      <p:stCondLst>
                        <p:cond delay="indefinite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7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8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9" fill="hold">
                      <p:stCondLst>
                        <p:cond delay="indefinite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3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4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5" fill="hold">
                      <p:stCondLst>
                        <p:cond delay="indefinite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9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0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1" fill="hold">
                      <p:stCondLst>
                        <p:cond delay="indefinite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5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6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7" fill="hold">
                      <p:stCondLst>
                        <p:cond delay="indefinite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1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2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3" fill="hold">
                      <p:stCondLst>
                        <p:cond delay="indefinite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9" fill="hold">
                      <p:stCondLst>
                        <p:cond delay="indefinite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7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8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9" fill="hold">
                      <p:stCondLst>
                        <p:cond delay="indefinite"/>
                      </p:stCondLst>
                      <p:childTnLst>
                        <p:par>
                          <p:cTn id="650" fill="hold">
                            <p:stCondLst>
                              <p:cond delay="0"/>
                            </p:stCondLst>
                            <p:childTnLst>
                              <p:par>
                                <p:cTn id="6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3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4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5" fill="hold">
                      <p:stCondLst>
                        <p:cond delay="indefinite"/>
                      </p:stCondLst>
                      <p:childTnLst>
                        <p:par>
                          <p:cTn id="656" fill="hold">
                            <p:stCondLst>
                              <p:cond delay="0"/>
                            </p:stCondLst>
                            <p:childTnLst>
                              <p:par>
                                <p:cTn id="6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9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0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1" fill="hold">
                      <p:stCondLst>
                        <p:cond delay="indefinite"/>
                      </p:stCondLst>
                      <p:childTnLst>
                        <p:par>
                          <p:cTn id="662" fill="hold">
                            <p:stCondLst>
                              <p:cond delay="0"/>
                            </p:stCondLst>
                            <p:childTnLst>
                              <p:par>
                                <p:cTn id="6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5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6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7" fill="hold">
                      <p:stCondLst>
                        <p:cond delay="indefinite"/>
                      </p:stCondLst>
                      <p:childTnLst>
                        <p:par>
                          <p:cTn id="668" fill="hold">
                            <p:stCondLst>
                              <p:cond delay="0"/>
                            </p:stCondLst>
                            <p:childTnLst>
                              <p:par>
                                <p:cTn id="6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1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2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3" fill="hold">
                      <p:stCondLst>
                        <p:cond delay="indefinite"/>
                      </p:stCondLst>
                      <p:childTnLst>
                        <p:par>
                          <p:cTn id="674" fill="hold">
                            <p:stCondLst>
                              <p:cond delay="0"/>
                            </p:stCondLst>
                            <p:childTnLst>
                              <p:par>
                                <p:cTn id="6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7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8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9" fill="hold">
                      <p:stCondLst>
                        <p:cond delay="indefinite"/>
                      </p:stCondLst>
                      <p:childTnLst>
                        <p:par>
                          <p:cTn id="680" fill="hold">
                            <p:stCondLst>
                              <p:cond delay="0"/>
                            </p:stCondLst>
                            <p:childTnLst>
                              <p:par>
                                <p:cTn id="6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3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4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5" fill="hold">
                      <p:stCondLst>
                        <p:cond delay="indefinite"/>
                      </p:stCondLst>
                      <p:childTnLst>
                        <p:par>
                          <p:cTn id="686" fill="hold">
                            <p:stCondLst>
                              <p:cond delay="0"/>
                            </p:stCondLst>
                            <p:childTnLst>
                              <p:par>
                                <p:cTn id="6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9" dur="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0" dur="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1" fill="hold">
                      <p:stCondLst>
                        <p:cond delay="indefinite"/>
                      </p:stCondLst>
                      <p:childTnLst>
                        <p:par>
                          <p:cTn id="692" fill="hold">
                            <p:stCondLst>
                              <p:cond delay="0"/>
                            </p:stCondLst>
                            <p:childTnLst>
                              <p:par>
                                <p:cTn id="6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5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6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7" fill="hold">
                      <p:stCondLst>
                        <p:cond delay="indefinite"/>
                      </p:stCondLst>
                      <p:childTnLst>
                        <p:par>
                          <p:cTn id="698" fill="hold">
                            <p:stCondLst>
                              <p:cond delay="0"/>
                            </p:stCondLst>
                            <p:childTnLst>
                              <p:par>
                                <p:cTn id="6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1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2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3" fill="hold">
                      <p:stCondLst>
                        <p:cond delay="indefinite"/>
                      </p:stCondLst>
                      <p:childTnLst>
                        <p:par>
                          <p:cTn id="704" fill="hold">
                            <p:stCondLst>
                              <p:cond delay="0"/>
                            </p:stCondLst>
                            <p:childTnLst>
                              <p:par>
                                <p:cTn id="7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7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8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9" fill="hold">
                      <p:stCondLst>
                        <p:cond delay="indefinite"/>
                      </p:stCondLst>
                      <p:childTnLst>
                        <p:par>
                          <p:cTn id="710" fill="hold">
                            <p:stCondLst>
                              <p:cond delay="0"/>
                            </p:stCondLst>
                            <p:childTnLst>
                              <p:par>
                                <p:cTn id="7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3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4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5" fill="hold">
                      <p:stCondLst>
                        <p:cond delay="indefinite"/>
                      </p:stCondLst>
                      <p:childTnLst>
                        <p:par>
                          <p:cTn id="716" fill="hold">
                            <p:stCondLst>
                              <p:cond delay="0"/>
                            </p:stCondLst>
                            <p:childTnLst>
                              <p:par>
                                <p:cTn id="7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9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0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1" fill="hold">
                      <p:stCondLst>
                        <p:cond delay="indefinite"/>
                      </p:stCondLst>
                      <p:childTnLst>
                        <p:par>
                          <p:cTn id="722" fill="hold">
                            <p:stCondLst>
                              <p:cond delay="0"/>
                            </p:stCondLst>
                            <p:childTnLst>
                              <p:par>
                                <p:cTn id="7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5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6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7" fill="hold">
                      <p:stCondLst>
                        <p:cond delay="indefinite"/>
                      </p:stCondLst>
                      <p:childTnLst>
                        <p:par>
                          <p:cTn id="728" fill="hold">
                            <p:stCondLst>
                              <p:cond delay="0"/>
                            </p:stCondLst>
                            <p:childTnLst>
                              <p:par>
                                <p:cTn id="7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1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2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3" fill="hold">
                      <p:stCondLst>
                        <p:cond delay="indefinite"/>
                      </p:stCondLst>
                      <p:childTnLst>
                        <p:par>
                          <p:cTn id="734" fill="hold">
                            <p:stCondLst>
                              <p:cond delay="0"/>
                            </p:stCondLst>
                            <p:childTnLst>
                              <p:par>
                                <p:cTn id="7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7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8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9" fill="hold">
                      <p:stCondLst>
                        <p:cond delay="indefinite"/>
                      </p:stCondLst>
                      <p:childTnLst>
                        <p:par>
                          <p:cTn id="740" fill="hold">
                            <p:stCondLst>
                              <p:cond delay="0"/>
                            </p:stCondLst>
                            <p:childTnLst>
                              <p:par>
                                <p:cTn id="7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3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4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5" fill="hold">
                      <p:stCondLst>
                        <p:cond delay="indefinite"/>
                      </p:stCondLst>
                      <p:childTnLst>
                        <p:par>
                          <p:cTn id="746" fill="hold">
                            <p:stCondLst>
                              <p:cond delay="0"/>
                            </p:stCondLst>
                            <p:childTnLst>
                              <p:par>
                                <p:cTn id="7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9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0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1" fill="hold">
                      <p:stCondLst>
                        <p:cond delay="indefinite"/>
                      </p:stCondLst>
                      <p:childTnLst>
                        <p:par>
                          <p:cTn id="752" fill="hold">
                            <p:stCondLst>
                              <p:cond delay="0"/>
                            </p:stCondLst>
                            <p:childTnLst>
                              <p:par>
                                <p:cTn id="7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5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6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7" fill="hold">
                      <p:stCondLst>
                        <p:cond delay="indefinite"/>
                      </p:stCondLst>
                      <p:childTnLst>
                        <p:par>
                          <p:cTn id="758" fill="hold">
                            <p:stCondLst>
                              <p:cond delay="0"/>
                            </p:stCondLst>
                            <p:childTnLst>
                              <p:par>
                                <p:cTn id="7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1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2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3" fill="hold">
                      <p:stCondLst>
                        <p:cond delay="indefinite"/>
                      </p:stCondLst>
                      <p:childTnLst>
                        <p:par>
                          <p:cTn id="764" fill="hold">
                            <p:stCondLst>
                              <p:cond delay="0"/>
                            </p:stCondLst>
                            <p:childTnLst>
                              <p:par>
                                <p:cTn id="7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7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8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9" fill="hold">
                      <p:stCondLst>
                        <p:cond delay="indefinite"/>
                      </p:stCondLst>
                      <p:childTnLst>
                        <p:par>
                          <p:cTn id="770" fill="hold">
                            <p:stCondLst>
                              <p:cond delay="0"/>
                            </p:stCondLst>
                            <p:childTnLst>
                              <p:par>
                                <p:cTn id="7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3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4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5" fill="hold">
                      <p:stCondLst>
                        <p:cond delay="indefinite"/>
                      </p:stCondLst>
                      <p:childTnLst>
                        <p:par>
                          <p:cTn id="776" fill="hold">
                            <p:stCondLst>
                              <p:cond delay="0"/>
                            </p:stCondLst>
                            <p:childTnLst>
                              <p:par>
                                <p:cTn id="7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9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0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1" fill="hold">
                      <p:stCondLst>
                        <p:cond delay="indefinite"/>
                      </p:stCondLst>
                      <p:childTnLst>
                        <p:par>
                          <p:cTn id="782" fill="hold">
                            <p:stCondLst>
                              <p:cond delay="0"/>
                            </p:stCondLst>
                            <p:childTnLst>
                              <p:par>
                                <p:cTn id="7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5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6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7" fill="hold">
                      <p:stCondLst>
                        <p:cond delay="indefinite"/>
                      </p:stCondLst>
                      <p:childTnLst>
                        <p:par>
                          <p:cTn id="788" fill="hold">
                            <p:stCondLst>
                              <p:cond delay="0"/>
                            </p:stCondLst>
                            <p:childTnLst>
                              <p:par>
                                <p:cTn id="7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1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2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3" fill="hold">
                      <p:stCondLst>
                        <p:cond delay="indefinite"/>
                      </p:stCondLst>
                      <p:childTnLst>
                        <p:par>
                          <p:cTn id="794" fill="hold">
                            <p:stCondLst>
                              <p:cond delay="0"/>
                            </p:stCondLst>
                            <p:childTnLst>
                              <p:par>
                                <p:cTn id="7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7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8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9" fill="hold">
                      <p:stCondLst>
                        <p:cond delay="indefinite"/>
                      </p:stCondLst>
                      <p:childTnLst>
                        <p:par>
                          <p:cTn id="800" fill="hold">
                            <p:stCondLst>
                              <p:cond delay="0"/>
                            </p:stCondLst>
                            <p:childTnLst>
                              <p:par>
                                <p:cTn id="8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3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4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5" fill="hold">
                      <p:stCondLst>
                        <p:cond delay="indefinite"/>
                      </p:stCondLst>
                      <p:childTnLst>
                        <p:par>
                          <p:cTn id="806" fill="hold">
                            <p:stCondLst>
                              <p:cond delay="0"/>
                            </p:stCondLst>
                            <p:childTnLst>
                              <p:par>
                                <p:cTn id="8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9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0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1" fill="hold">
                      <p:stCondLst>
                        <p:cond delay="indefinite"/>
                      </p:stCondLst>
                      <p:childTnLst>
                        <p:par>
                          <p:cTn id="812" fill="hold">
                            <p:stCondLst>
                              <p:cond delay="0"/>
                            </p:stCondLst>
                            <p:childTnLst>
                              <p:par>
                                <p:cTn id="8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5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6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7" fill="hold">
                      <p:stCondLst>
                        <p:cond delay="indefinite"/>
                      </p:stCondLst>
                      <p:childTnLst>
                        <p:par>
                          <p:cTn id="818" fill="hold">
                            <p:stCondLst>
                              <p:cond delay="0"/>
                            </p:stCondLst>
                            <p:childTnLst>
                              <p:par>
                                <p:cTn id="8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1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2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3" fill="hold">
                      <p:stCondLst>
                        <p:cond delay="indefinite"/>
                      </p:stCondLst>
                      <p:childTnLst>
                        <p:par>
                          <p:cTn id="824" fill="hold">
                            <p:stCondLst>
                              <p:cond delay="0"/>
                            </p:stCondLst>
                            <p:childTnLst>
                              <p:par>
                                <p:cTn id="8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7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8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9" fill="hold">
                      <p:stCondLst>
                        <p:cond delay="indefinite"/>
                      </p:stCondLst>
                      <p:childTnLst>
                        <p:par>
                          <p:cTn id="830" fill="hold">
                            <p:stCondLst>
                              <p:cond delay="0"/>
                            </p:stCondLst>
                            <p:childTnLst>
                              <p:par>
                                <p:cTn id="8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3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4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5" fill="hold">
                      <p:stCondLst>
                        <p:cond delay="indefinite"/>
                      </p:stCondLst>
                      <p:childTnLst>
                        <p:par>
                          <p:cTn id="836" fill="hold">
                            <p:stCondLst>
                              <p:cond delay="0"/>
                            </p:stCondLst>
                            <p:childTnLst>
                              <p:par>
                                <p:cTn id="8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9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0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1" fill="hold">
                      <p:stCondLst>
                        <p:cond delay="indefinite"/>
                      </p:stCondLst>
                      <p:childTnLst>
                        <p:par>
                          <p:cTn id="842" fill="hold">
                            <p:stCondLst>
                              <p:cond delay="0"/>
                            </p:stCondLst>
                            <p:childTnLst>
                              <p:par>
                                <p:cTn id="8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5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6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7" fill="hold">
                      <p:stCondLst>
                        <p:cond delay="indefinite"/>
                      </p:stCondLst>
                      <p:childTnLst>
                        <p:par>
                          <p:cTn id="848" fill="hold">
                            <p:stCondLst>
                              <p:cond delay="0"/>
                            </p:stCondLst>
                            <p:childTnLst>
                              <p:par>
                                <p:cTn id="8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1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2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3" fill="hold">
                      <p:stCondLst>
                        <p:cond delay="indefinite"/>
                      </p:stCondLst>
                      <p:childTnLst>
                        <p:par>
                          <p:cTn id="854" fill="hold">
                            <p:stCondLst>
                              <p:cond delay="0"/>
                            </p:stCondLst>
                            <p:childTnLst>
                              <p:par>
                                <p:cTn id="8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7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8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9" fill="hold">
                      <p:stCondLst>
                        <p:cond delay="indefinite"/>
                      </p:stCondLst>
                      <p:childTnLst>
                        <p:par>
                          <p:cTn id="860" fill="hold">
                            <p:stCondLst>
                              <p:cond delay="0"/>
                            </p:stCondLst>
                            <p:childTnLst>
                              <p:par>
                                <p:cTn id="8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3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4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5" fill="hold">
                      <p:stCondLst>
                        <p:cond delay="indefinite"/>
                      </p:stCondLst>
                      <p:childTnLst>
                        <p:par>
                          <p:cTn id="866" fill="hold">
                            <p:stCondLst>
                              <p:cond delay="0"/>
                            </p:stCondLst>
                            <p:childTnLst>
                              <p:par>
                                <p:cTn id="8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1" fill="hold">
                      <p:stCondLst>
                        <p:cond delay="indefinite"/>
                      </p:stCondLst>
                      <p:childTnLst>
                        <p:par>
                          <p:cTn id="872" fill="hold">
                            <p:stCondLst>
                              <p:cond delay="0"/>
                            </p:stCondLst>
                            <p:childTnLst>
                              <p:par>
                                <p:cTn id="8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5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6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7" fill="hold">
                      <p:stCondLst>
                        <p:cond delay="indefinite"/>
                      </p:stCondLst>
                      <p:childTnLst>
                        <p:par>
                          <p:cTn id="878" fill="hold">
                            <p:stCondLst>
                              <p:cond delay="0"/>
                            </p:stCondLst>
                            <p:childTnLst>
                              <p:par>
                                <p:cTn id="8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1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2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3" fill="hold">
                      <p:stCondLst>
                        <p:cond delay="indefinite"/>
                      </p:stCondLst>
                      <p:childTnLst>
                        <p:par>
                          <p:cTn id="884" fill="hold">
                            <p:stCondLst>
                              <p:cond delay="0"/>
                            </p:stCondLst>
                            <p:childTnLst>
                              <p:par>
                                <p:cTn id="8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7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8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9" fill="hold">
                      <p:stCondLst>
                        <p:cond delay="indefinite"/>
                      </p:stCondLst>
                      <p:childTnLst>
                        <p:par>
                          <p:cTn id="890" fill="hold">
                            <p:stCondLst>
                              <p:cond delay="0"/>
                            </p:stCondLst>
                            <p:childTnLst>
                              <p:par>
                                <p:cTn id="8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3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4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5" fill="hold">
                      <p:stCondLst>
                        <p:cond delay="indefinite"/>
                      </p:stCondLst>
                      <p:childTnLst>
                        <p:par>
                          <p:cTn id="896" fill="hold">
                            <p:stCondLst>
                              <p:cond delay="0"/>
                            </p:stCondLst>
                            <p:childTnLst>
                              <p:par>
                                <p:cTn id="8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9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0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1" fill="hold">
                      <p:stCondLst>
                        <p:cond delay="indefinite"/>
                      </p:stCondLst>
                      <p:childTnLst>
                        <p:par>
                          <p:cTn id="902" fill="hold">
                            <p:stCondLst>
                              <p:cond delay="0"/>
                            </p:stCondLst>
                            <p:childTnLst>
                              <p:par>
                                <p:cTn id="9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5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6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7" fill="hold">
                      <p:stCondLst>
                        <p:cond delay="indefinite"/>
                      </p:stCondLst>
                      <p:childTnLst>
                        <p:par>
                          <p:cTn id="908" fill="hold">
                            <p:stCondLst>
                              <p:cond delay="0"/>
                            </p:stCondLst>
                            <p:childTnLst>
                              <p:par>
                                <p:cTn id="9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1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2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3" fill="hold">
                      <p:stCondLst>
                        <p:cond delay="indefinite"/>
                      </p:stCondLst>
                      <p:childTnLst>
                        <p:par>
                          <p:cTn id="914" fill="hold">
                            <p:stCondLst>
                              <p:cond delay="0"/>
                            </p:stCondLst>
                            <p:childTnLst>
                              <p:par>
                                <p:cTn id="9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7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8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9" fill="hold">
                      <p:stCondLst>
                        <p:cond delay="indefinite"/>
                      </p:stCondLst>
                      <p:childTnLst>
                        <p:par>
                          <p:cTn id="920" fill="hold">
                            <p:stCondLst>
                              <p:cond delay="0"/>
                            </p:stCondLst>
                            <p:childTnLst>
                              <p:par>
                                <p:cTn id="9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3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4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5" fill="hold">
                      <p:stCondLst>
                        <p:cond delay="indefinite"/>
                      </p:stCondLst>
                      <p:childTnLst>
                        <p:par>
                          <p:cTn id="926" fill="hold">
                            <p:stCondLst>
                              <p:cond delay="0"/>
                            </p:stCondLst>
                            <p:childTnLst>
                              <p:par>
                                <p:cTn id="9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9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0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1" fill="hold">
                      <p:stCondLst>
                        <p:cond delay="indefinite"/>
                      </p:stCondLst>
                      <p:childTnLst>
                        <p:par>
                          <p:cTn id="932" fill="hold">
                            <p:stCondLst>
                              <p:cond delay="0"/>
                            </p:stCondLst>
                            <p:childTnLst>
                              <p:par>
                                <p:cTn id="9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5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6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7" fill="hold">
                      <p:stCondLst>
                        <p:cond delay="indefinite"/>
                      </p:stCondLst>
                      <p:childTnLst>
                        <p:par>
                          <p:cTn id="938" fill="hold">
                            <p:stCondLst>
                              <p:cond delay="0"/>
                            </p:stCondLst>
                            <p:childTnLst>
                              <p:par>
                                <p:cTn id="9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1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2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3" fill="hold">
                      <p:stCondLst>
                        <p:cond delay="indefinite"/>
                      </p:stCondLst>
                      <p:childTnLst>
                        <p:par>
                          <p:cTn id="944" fill="hold">
                            <p:stCondLst>
                              <p:cond delay="0"/>
                            </p:stCondLst>
                            <p:childTnLst>
                              <p:par>
                                <p:cTn id="9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7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8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9" fill="hold">
                      <p:stCondLst>
                        <p:cond delay="indefinite"/>
                      </p:stCondLst>
                      <p:childTnLst>
                        <p:par>
                          <p:cTn id="950" fill="hold">
                            <p:stCondLst>
                              <p:cond delay="0"/>
                            </p:stCondLst>
                            <p:childTnLst>
                              <p:par>
                                <p:cTn id="9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3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4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5" fill="hold">
                      <p:stCondLst>
                        <p:cond delay="indefinite"/>
                      </p:stCondLst>
                      <p:childTnLst>
                        <p:par>
                          <p:cTn id="956" fill="hold">
                            <p:stCondLst>
                              <p:cond delay="0"/>
                            </p:stCondLst>
                            <p:childTnLst>
                              <p:par>
                                <p:cTn id="9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9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0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1" fill="hold">
                      <p:stCondLst>
                        <p:cond delay="indefinite"/>
                      </p:stCondLst>
                      <p:childTnLst>
                        <p:par>
                          <p:cTn id="962" fill="hold">
                            <p:stCondLst>
                              <p:cond delay="0"/>
                            </p:stCondLst>
                            <p:childTnLst>
                              <p:par>
                                <p:cTn id="9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5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6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7" fill="hold">
                      <p:stCondLst>
                        <p:cond delay="indefinite"/>
                      </p:stCondLst>
                      <p:childTnLst>
                        <p:par>
                          <p:cTn id="968" fill="hold">
                            <p:stCondLst>
                              <p:cond delay="0"/>
                            </p:stCondLst>
                            <p:childTnLst>
                              <p:par>
                                <p:cTn id="9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1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2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3" fill="hold">
                      <p:stCondLst>
                        <p:cond delay="indefinite"/>
                      </p:stCondLst>
                      <p:childTnLst>
                        <p:par>
                          <p:cTn id="974" fill="hold">
                            <p:stCondLst>
                              <p:cond delay="0"/>
                            </p:stCondLst>
                            <p:childTnLst>
                              <p:par>
                                <p:cTn id="9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7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8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9" fill="hold">
                      <p:stCondLst>
                        <p:cond delay="indefinite"/>
                      </p:stCondLst>
                      <p:childTnLst>
                        <p:par>
                          <p:cTn id="980" fill="hold">
                            <p:stCondLst>
                              <p:cond delay="0"/>
                            </p:stCondLst>
                            <p:childTnLst>
                              <p:par>
                                <p:cTn id="9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3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4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5" fill="hold">
                      <p:stCondLst>
                        <p:cond delay="indefinite"/>
                      </p:stCondLst>
                      <p:childTnLst>
                        <p:par>
                          <p:cTn id="986" fill="hold">
                            <p:stCondLst>
                              <p:cond delay="0"/>
                            </p:stCondLst>
                            <p:childTnLst>
                              <p:par>
                                <p:cTn id="9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9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0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1" fill="hold">
                      <p:stCondLst>
                        <p:cond delay="indefinite"/>
                      </p:stCondLst>
                      <p:childTnLst>
                        <p:par>
                          <p:cTn id="992" fill="hold">
                            <p:stCondLst>
                              <p:cond delay="0"/>
                            </p:stCondLst>
                            <p:childTnLst>
                              <p:par>
                                <p:cTn id="9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5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6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7" fill="hold">
                      <p:stCondLst>
                        <p:cond delay="indefinite"/>
                      </p:stCondLst>
                      <p:childTnLst>
                        <p:par>
                          <p:cTn id="998" fill="hold">
                            <p:stCondLst>
                              <p:cond delay="0"/>
                            </p:stCondLst>
                            <p:childTnLst>
                              <p:par>
                                <p:cTn id="9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1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2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par>
                                <p:cTn id="10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7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8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9" fill="hold">
                      <p:stCondLst>
                        <p:cond delay="indefinite"/>
                      </p:stCondLst>
                      <p:childTnLst>
                        <p:par>
                          <p:cTn id="1010" fill="hold">
                            <p:stCondLst>
                              <p:cond delay="0"/>
                            </p:stCondLst>
                            <p:childTnLst>
                              <p:par>
                                <p:cTn id="10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3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4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par>
                                <p:cTn id="10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9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0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1" fill="hold">
                      <p:stCondLst>
                        <p:cond delay="indefinite"/>
                      </p:stCondLst>
                      <p:childTnLst>
                        <p:par>
                          <p:cTn id="1022" fill="hold">
                            <p:stCondLst>
                              <p:cond delay="0"/>
                            </p:stCondLst>
                            <p:childTnLst>
                              <p:par>
                                <p:cTn id="10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5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6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7" fill="hold">
                      <p:stCondLst>
                        <p:cond delay="indefinite"/>
                      </p:stCondLst>
                      <p:childTnLst>
                        <p:par>
                          <p:cTn id="1028" fill="hold">
                            <p:stCondLst>
                              <p:cond delay="0"/>
                            </p:stCondLst>
                            <p:childTnLst>
                              <p:par>
                                <p:cTn id="10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1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2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3" fill="hold">
                      <p:stCondLst>
                        <p:cond delay="indefinite"/>
                      </p:stCondLst>
                      <p:childTnLst>
                        <p:par>
                          <p:cTn id="1034" fill="hold">
                            <p:stCondLst>
                              <p:cond delay="0"/>
                            </p:stCondLst>
                            <p:childTnLst>
                              <p:par>
                                <p:cTn id="10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7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8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9" fill="hold">
                      <p:stCondLst>
                        <p:cond delay="indefinite"/>
                      </p:stCondLst>
                      <p:childTnLst>
                        <p:par>
                          <p:cTn id="1040" fill="hold">
                            <p:stCondLst>
                              <p:cond delay="0"/>
                            </p:stCondLst>
                            <p:childTnLst>
                              <p:par>
                                <p:cTn id="10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3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4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5" fill="hold">
                      <p:stCondLst>
                        <p:cond delay="indefinite"/>
                      </p:stCondLst>
                      <p:childTnLst>
                        <p:par>
                          <p:cTn id="1046" fill="hold">
                            <p:stCondLst>
                              <p:cond delay="0"/>
                            </p:stCondLst>
                            <p:childTnLst>
                              <p:par>
                                <p:cTn id="10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9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0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1" fill="hold">
                      <p:stCondLst>
                        <p:cond delay="indefinite"/>
                      </p:stCondLst>
                      <p:childTnLst>
                        <p:par>
                          <p:cTn id="1052" fill="hold">
                            <p:stCondLst>
                              <p:cond delay="0"/>
                            </p:stCondLst>
                            <p:childTnLst>
                              <p:par>
                                <p:cTn id="10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5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6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7" fill="hold">
                      <p:stCondLst>
                        <p:cond delay="indefinite"/>
                      </p:stCondLst>
                      <p:childTnLst>
                        <p:par>
                          <p:cTn id="1058" fill="hold">
                            <p:stCondLst>
                              <p:cond delay="0"/>
                            </p:stCondLst>
                            <p:childTnLst>
                              <p:par>
                                <p:cTn id="10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1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2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3" fill="hold">
                      <p:stCondLst>
                        <p:cond delay="indefinite"/>
                      </p:stCondLst>
                      <p:childTnLst>
                        <p:par>
                          <p:cTn id="1064" fill="hold">
                            <p:stCondLst>
                              <p:cond delay="0"/>
                            </p:stCondLst>
                            <p:childTnLst>
                              <p:par>
                                <p:cTn id="10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7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8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9" fill="hold">
                      <p:stCondLst>
                        <p:cond delay="indefinite"/>
                      </p:stCondLst>
                      <p:childTnLst>
                        <p:par>
                          <p:cTn id="1070" fill="hold">
                            <p:stCondLst>
                              <p:cond delay="0"/>
                            </p:stCondLst>
                            <p:childTnLst>
                              <p:par>
                                <p:cTn id="10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3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4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5" fill="hold">
                      <p:stCondLst>
                        <p:cond delay="indefinite"/>
                      </p:stCondLst>
                      <p:childTnLst>
                        <p:par>
                          <p:cTn id="1076" fill="hold">
                            <p:stCondLst>
                              <p:cond delay="0"/>
                            </p:stCondLst>
                            <p:childTnLst>
                              <p:par>
                                <p:cTn id="10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9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0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1" fill="hold">
                      <p:stCondLst>
                        <p:cond delay="indefinite"/>
                      </p:stCondLst>
                      <p:childTnLst>
                        <p:par>
                          <p:cTn id="1082" fill="hold">
                            <p:stCondLst>
                              <p:cond delay="0"/>
                            </p:stCondLst>
                            <p:childTnLst>
                              <p:par>
                                <p:cTn id="10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5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6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7" fill="hold">
                      <p:stCondLst>
                        <p:cond delay="indefinite"/>
                      </p:stCondLst>
                      <p:childTnLst>
                        <p:par>
                          <p:cTn id="1088" fill="hold">
                            <p:stCondLst>
                              <p:cond delay="0"/>
                            </p:stCondLst>
                            <p:childTnLst>
                              <p:par>
                                <p:cTn id="10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1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2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10" grpId="0" animBg="1"/>
      <p:bldP spid="21" grpId="0" animBg="1"/>
      <p:bldP spid="48" grpId="0" animBg="1"/>
      <p:bldP spid="49" grpId="0" animBg="1"/>
      <p:bldP spid="54" grpId="0" animBg="1"/>
      <p:bldP spid="65" grpId="0" animBg="1"/>
      <p:bldP spid="93" grpId="0" animBg="1"/>
      <p:bldP spid="94" grpId="0" animBg="1"/>
      <p:bldP spid="99" grpId="0" animBg="1"/>
      <p:bldP spid="110" grpId="0" animBg="1"/>
      <p:bldP spid="139" grpId="0" animBg="1"/>
      <p:bldP spid="140" grpId="0" animBg="1"/>
      <p:bldP spid="145" grpId="0" animBg="1"/>
      <p:bldP spid="156" grpId="0" animBg="1"/>
      <p:bldP spid="186" grpId="0" animBg="1"/>
      <p:bldP spid="187" grpId="0" animBg="1"/>
      <p:bldP spid="192" grpId="0" animBg="1"/>
      <p:bldP spid="20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131</Words>
  <Application>Microsoft Office PowerPoint</Application>
  <PresentationFormat>On-screen Show (4:3)</PresentationFormat>
  <Paragraphs>129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第五章 原子结构</vt:lpstr>
      <vt:lpstr>选择题</vt:lpstr>
      <vt:lpstr>Slide 3</vt:lpstr>
      <vt:lpstr>Slide 4</vt:lpstr>
      <vt:lpstr>作答题</vt:lpstr>
      <vt:lpstr>Slide 6</vt:lpstr>
      <vt:lpstr>Slide 7</vt:lpstr>
      <vt:lpstr>Slide 8</vt:lpstr>
      <vt:lpstr>第9题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原子结构</dc:title>
  <dc:creator>user</dc:creator>
  <cp:lastModifiedBy>user</cp:lastModifiedBy>
  <cp:revision>20</cp:revision>
  <dcterms:created xsi:type="dcterms:W3CDTF">2016-03-27T14:04:49Z</dcterms:created>
  <dcterms:modified xsi:type="dcterms:W3CDTF">2018-03-23T07:26:49Z</dcterms:modified>
</cp:coreProperties>
</file>
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第30章 芳香烃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精简与规范版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芳香烃简介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芳香烃是一类含有苯环结构的化合物，具有以下特点：</a:t>
            </a:r>
          </a:p>
          <a:p>
            <a:r>
              <a:t>- 结构稳定</a:t>
            </a:r>
          </a:p>
          <a:p>
            <a:r>
              <a:t>- 化学性质独特</a:t>
            </a:r>
          </a:p>
          <a:p>
            <a:r>
              <a:t>- 多数具有芳香气味（但不是命名依据）</a:t>
            </a:r>
          </a:p>
          <a:p>
            <a:r>
              <a:t>- 对环境有潜在污染风险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苯的结构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分子式：C₆H₆</a:t>
            </a:r>
          </a:p>
          <a:p>
            <a:r>
              <a:t>- 苯分子为正六边形，六个碳原子和氢原子共面，碳碳键等长</a:t>
            </a:r>
          </a:p>
          <a:p>
            <a:r>
              <a:t>- 可用凯库勒结构（两种共振式）或圆环符号表示</a:t>
            </a:r>
          </a:p>
          <a:p>
            <a:r>
              <a:t>- π电子离域化使其不易发生加成反应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苯的化学性质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易发生取代反应：卤化、硝化、磺化、烷基化、酰基化</a:t>
            </a:r>
          </a:p>
          <a:p>
            <a:r>
              <a:t>- 难发生加成和氧化反应</a:t>
            </a:r>
          </a:p>
          <a:p>
            <a:r>
              <a:t>- 示例：苯 + Cl₂ →（FeCl₃）→ 氯苯 + HCl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